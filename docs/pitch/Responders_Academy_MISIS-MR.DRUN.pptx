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7.xml" ContentType="application/vnd.openxmlformats-officedocument.presentationml.slide+xml"/>
  <Override PartName="/ppt/slides/slide38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39"/>
  </p:notesMasterIdLst>
  <p:handoutMasterIdLst>
    <p:handoutMasterId r:id="rId40"/>
  </p:handoutMasterIdLst>
  <p:sldIdLst>
    <p:sldId id="365" r:id="rId8"/>
    <p:sldId id="366" r:id="rId9"/>
    <p:sldId id="362" r:id="rId10"/>
    <p:sldId id="364" r:id="rId11"/>
    <p:sldId id="375" r:id="rId12"/>
    <p:sldId id="268" r:id="rId25"/>
    <p:sldId id="267" r:id="rId26"/>
    <p:sldId id="270" r:id="rId28"/>
    <p:sldId id="376" r:id="rId45"/>
    <p:sldId id="371" r:id="rId17"/>
    <p:sldId id="374" r:id="rId18"/>
  </p:sldIdLst>
  <p:sldSz cx="12192000" cy="6858000"/>
  <p:notesSz cx="6858000" cy="9144000"/>
  <p:defaultTextStyle>
    <a:defPPr>
      <a:defRPr lang="ru-RU"/>
    </a:defPPr>
    <a:lvl1pPr marL="0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110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220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329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439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5549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2658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199765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6877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Информация" id="{9FA27940-A45B-471D-96EC-3FCE80AE8A9B}">
          <p14:sldIdLst>
            <p14:sldId id="333"/>
            <p14:sldId id="326"/>
            <p14:sldId id="327"/>
            <p14:sldId id="367"/>
            <p14:sldId id="325"/>
            <p14:sldId id="355"/>
          </p14:sldIdLst>
        </p14:section>
        <p14:section name="Обязательные слайды" id="{248E5CD8-1028-4246-90C7-3263F7F286D3}">
          <p14:sldIdLst>
            <p14:sldId id="365"/>
            <p14:sldId id="366"/>
            <p14:sldId id="362"/>
            <p14:sldId id="364"/>
            <p14:sldId id="375"/>
          </p14:sldIdLst>
        </p14:section>
        <p14:section name="Шаблоны слайдов" id="{24401F80-F81B-49C3-8D55-70A14F0BF8FF}">
          <p14:sldIdLst>
            <p14:sldId id="369"/>
            <p14:sldId id="372"/>
            <p14:sldId id="373"/>
            <p14:sldId id="370"/>
            <p14:sldId id="371"/>
            <p14:sldId id="374"/>
            <p14:sldId id="260"/>
            <p14:sldId id="261"/>
            <p14:sldId id="262"/>
            <p14:sldId id="263"/>
            <p14:sldId id="266"/>
            <p14:sldId id="264"/>
            <p14:sldId id="268"/>
            <p14:sldId id="267"/>
            <p14:sldId id="269"/>
            <p14:sldId id="270"/>
            <p14:sldId id="271"/>
            <p14:sldId id="272"/>
          </p14:sldIdLst>
        </p14:section>
        <p14:section name="Материалы" id="{0F84D0DE-CEB1-417E-B269-8B3EB04B5FA6}">
          <p14:sldIdLst>
            <p14:sldId id="338"/>
            <p14:sldId id="368"/>
            <p14:sldId id="341"/>
            <p14:sldId id="342"/>
            <p14:sldId id="343"/>
            <p14:sldId id="344"/>
            <p14:sldId id="346"/>
            <p14:sldId id="357"/>
          </p14:sldIdLst>
        </p14:section>
      </p14:sectionLst>
    </p:ext>
    <p:ext uri="{EFAFB233-063F-42B5-8137-9DF3F51BA10A}">
      <p15:sldGuideLst xmlns:p15="http://schemas.microsoft.com/office/powerpoint/2012/main">
        <p15:guide id="2" pos="597" userDrawn="1">
          <p15:clr>
            <a:srgbClr val="A4A3A4"/>
          </p15:clr>
        </p15:guide>
        <p15:guide id="3" pos="3591" userDrawn="1">
          <p15:clr>
            <a:srgbClr val="A4A3A4"/>
          </p15:clr>
        </p15:guide>
        <p15:guide id="4" pos="5496" userDrawn="1">
          <p15:clr>
            <a:srgbClr val="A4A3A4"/>
          </p15:clr>
        </p15:guide>
        <p15:guide id="5" pos="4112" userDrawn="1">
          <p15:clr>
            <a:srgbClr val="A4A3A4"/>
          </p15:clr>
        </p15:guide>
        <p15:guide id="6" pos="393" userDrawn="1">
          <p15:clr>
            <a:srgbClr val="A4A3A4"/>
          </p15:clr>
        </p15:guide>
        <p15:guide id="7" orient="horz" pos="216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CCEE4"/>
    <a:srgbClr val="FFD6E3"/>
    <a:srgbClr val="FFFFFF"/>
    <a:srgbClr val="753A93"/>
    <a:srgbClr val="976BAE"/>
    <a:srgbClr val="F92571"/>
    <a:srgbClr val="8226E3"/>
    <a:srgbClr val="2D1451"/>
    <a:srgbClr val="222A35"/>
    <a:srgbClr val="55D4E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583" autoAdjust="0"/>
    <p:restoredTop sz="95839"/>
  </p:normalViewPr>
  <p:slideViewPr>
    <p:cSldViewPr snapToGrid="0" showGuides="1">
      <p:cViewPr varScale="1">
        <p:scale>
          <a:sx n="112" d="100"/>
          <a:sy n="112" d="100"/>
        </p:scale>
        <p:origin x="200" y="360"/>
      </p:cViewPr>
      <p:guideLst>
        <p:guide pos="597"/>
        <p:guide pos="3591"/>
        <p:guide pos="5496"/>
        <p:guide pos="4112"/>
        <p:guide pos="393"/>
        <p:guide orient="horz" pos="216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86" d="100"/>
          <a:sy n="86" d="100"/>
        </p:scale>
        <p:origin x="3928" y="208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8" Type="http://schemas.openxmlformats.org/officeDocument/2006/relationships/slide" Target="slides/slide27.xml"/><Relationship Id="rId39" Type="http://schemas.openxmlformats.org/officeDocument/2006/relationships/notesMaster" Target="notesMasters/notesMaster1.xml"/><Relationship Id="rId40" Type="http://schemas.openxmlformats.org/officeDocument/2006/relationships/handoutMaster" Target="handoutMasters/handoutMaster1.xml"/><Relationship Id="rId41" Type="http://schemas.openxmlformats.org/officeDocument/2006/relationships/presProps" Target="presProps.xml"/><Relationship Id="rId42" Type="http://schemas.openxmlformats.org/officeDocument/2006/relationships/viewProps" Target="viewProps.xml"/><Relationship Id="rId43" Type="http://schemas.openxmlformats.org/officeDocument/2006/relationships/theme" Target="theme/theme1.xml"/><Relationship Id="rId44" Type="http://schemas.openxmlformats.org/officeDocument/2006/relationships/tableStyles" Target="tableStyles.xml"/><Relationship Id="rId45" Type="http://schemas.openxmlformats.org/officeDocument/2006/relationships/slide" Target="slides/slide38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>
            <a:extLst>
              <a:ext uri="{FF2B5EF4-FFF2-40B4-BE49-F238E27FC236}">
                <a16:creationId xmlns:a16="http://schemas.microsoft.com/office/drawing/2014/main" id="{1C361405-0046-9D03-26A4-D7ED10EA70C2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556CD2AD-A19E-4074-721F-6DBCBE680A42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2E30D66-5BAA-C245-AD36-181B8EC875DB}" type="datetimeFigureOut">
              <a:rPr lang="ru-RU" smtClean="0"/>
              <a:t>14.09.2026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41947EE2-63DA-C2A1-5495-30E370423A53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3752603B-A0BC-AAAA-B5D6-B44F54E18AB9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CD7201F-1F39-2140-9B4A-3BC1B61B40B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36628663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DA401BA-3150-4FF7-8D13-C8A64268AC63}" type="datetimeFigureOut">
              <a:rPr lang="ru-RU" smtClean="0"/>
              <a:t>14.09.2026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D5F3B14-7AC8-406F-A299-37D374056E4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9644531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4CF317-460F-D66A-6ACF-27061C9DF4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2D066F97-A6A0-B747-71F9-577306DB29D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80F9F05F-4377-CED9-7FF7-AADFCC58E49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Нас пятеро, контакты на слайде. (5 сек)</a:t>
            </a: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618DC8F5-67F2-F257-7833-1FEA7A6F232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5F3B14-7AC8-406F-A299-37D374056E4F}" type="slidenum">
              <a:rPr lang="ru-RU" smtClean="0"/>
              <a:t>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4532721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E69046-74A9-6BC0-030F-AF9856808D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E235548D-D889-0AAA-F16C-FBBD8FABB95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62BED857-8CFB-C4D0-8AA7-4E459CD5CA0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Историю команды (слайд 10) нужно сверить с реальностью: текст про знакомство придуман как черновик. (15 сек история, 15 сек почему задача, 25 сек вызовы)</a:t>
            </a: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C80FF5E7-0C77-0F13-CEBC-1525084DF81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5F3B14-7AC8-406F-A299-37D374056E4F}" type="slidenum">
              <a:rPr lang="ru-RU" smtClean="0"/>
              <a:t>10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5285682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Добрый день! Мы команда MISIS&amp;MR.DRUN, проект Responders Academy: тренажёр АРМ-112 для диспетчеров ДДС. (5 сек)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Мы сделали тренажёр, где диспетчер тренируется на копии АРМ-112 в изолированном контуре, а преподаватель видит, где именно группа ошибается. Чем отличаемся от макета: копия интерфейса плюс управление занятием плюс карта ошибок. (25 сек)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Техника: без GPU, без интернета, запуск одной командой. Облачный ИИ по умолчанию выключен; опциональный внешний провайдер включается только переменной окружения и получает лишь синтетические сценарии. Маркетинг: это гипотезы, цифр рынка и эффекта у нас нет. (35 сек)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Источник: Q&amp;A с заказчиком от 16.09.2026, это слова заказчика, не наша статистика. Статистики ошибок у нас нет. (30 сек)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Цикл замкнут: настроили, отработали, увидели ошибки группы. Три роли: обучающийся, преподаватель, администратор. Зачем два режима: цепочка 112 → ДДС, карточку оператора подтверждает преподаватель и отправляет диспетчеру. (30 сек)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Покажите вживую или запасным видео (docs/demo.mp4 не записан, записать заранее). Журнал, 30 секунд на первичный статус, цикл статусов, софтфон. Софтфон не по SIP: UI-эмуляция с транскриптами, как согласовано с заказчиком. (35 сек)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Преподаватель видит всё в реальном времени. Карта ошибок: светофор по этапам, ИИ объясняет почему, преподаватель соглашается или нет. Решение за ним. Подписать «демо-данные». (30 сек)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Все цифры из репозитория: docs/model-report/README.md (точность 83,6 % Q4 на закрытой выборке 110 примеров, ≈4–5 с на ответ на CPU машины разработчика), mocks/cards.json (96 ситуаций). Метрики ИИ подавать как подсказку, а не как оценку. (20 сек)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Нам нужен пилот в УМЦ, чтобы получить данные и методику. Сроков без пилота не обещаем, цифр эффекта у нас нет: говорим «позволяет измерить». (20 сек)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Титульный слайд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Рисунок 10">
            <a:extLst>
              <a:ext uri="{FF2B5EF4-FFF2-40B4-BE49-F238E27FC236}">
                <a16:creationId xmlns:a16="http://schemas.microsoft.com/office/drawing/2014/main" id="{DB9898DE-D265-4051-B751-CA3C0058CECA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792000" y="395288"/>
            <a:ext cx="5400000" cy="5400000"/>
          </a:xfrm>
        </p:spPr>
        <p:txBody>
          <a:bodyPr anchor="ctr" anchorCtr="0"/>
          <a:lstStyle>
            <a:lvl1pPr>
              <a:defRPr/>
            </a:lvl1pPr>
          </a:lstStyle>
          <a:p>
            <a:r>
              <a:rPr lang="ru-RU" dirty="0"/>
              <a:t>Иконка задачи</a:t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DEF1F2D-30AB-40F9-9975-F952E50B7FCA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0" y="4323440"/>
            <a:ext cx="8930641" cy="827011"/>
          </a:xfrm>
          <a:noFill/>
        </p:spPr>
        <p:txBody>
          <a:bodyPr anchor="ctr" anchorCtr="0"/>
          <a:lstStyle>
            <a:lvl1pPr marL="0" indent="712788" algn="l">
              <a:defRPr sz="28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r>
              <a:rPr lang="ru-RU" dirty="0"/>
              <a:t>НАЗВАНИЕ КОМАНДЫ</a:t>
            </a:r>
          </a:p>
        </p:txBody>
      </p:sp>
      <p:sp>
        <p:nvSpPr>
          <p:cNvPr id="42" name="Рисунок 41">
            <a:extLst>
              <a:ext uri="{FF2B5EF4-FFF2-40B4-BE49-F238E27FC236}">
                <a16:creationId xmlns:a16="http://schemas.microsoft.com/office/drawing/2014/main" id="{37DC0E9B-2679-408D-851C-F21F4ACC673A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802640" y="2911980"/>
            <a:ext cx="3386773" cy="1082589"/>
          </a:xfrm>
        </p:spPr>
        <p:txBody>
          <a:bodyPr anchor="ctr" anchorCtr="0"/>
          <a:lstStyle>
            <a:lvl1pPr>
              <a:defRPr/>
            </a:lvl1pPr>
          </a:lstStyle>
          <a:p>
            <a:r>
              <a:rPr lang="ru-RU" dirty="0"/>
              <a:t>Логотип/логотипы постановщика задачи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93F843A1-4640-4AAD-9DA4-206FA9FF2A48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0" y="5149851"/>
            <a:ext cx="8930641" cy="757174"/>
          </a:xfrm>
          <a:noFill/>
        </p:spPr>
        <p:txBody>
          <a:bodyPr>
            <a:normAutofit/>
          </a:bodyPr>
          <a:lstStyle>
            <a:lvl1pPr marL="0" indent="712788">
              <a:buNone/>
              <a:defRPr sz="1800"/>
            </a:lvl1pPr>
          </a:lstStyle>
          <a:p>
            <a:r>
              <a:rPr lang="ru-RU" sz="1600" b="0" dirty="0"/>
              <a:t>Номер и название задачи</a:t>
            </a:r>
          </a:p>
        </p:txBody>
      </p:sp>
    </p:spTree>
    <p:extLst>
      <p:ext uri="{BB962C8B-B14F-4D97-AF65-F5344CB8AC3E}">
        <p14:creationId xmlns:p14="http://schemas.microsoft.com/office/powerpoint/2010/main" val="234976942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Описание команды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Рисунок 10">
            <a:extLst>
              <a:ext uri="{FF2B5EF4-FFF2-40B4-BE49-F238E27FC236}">
                <a16:creationId xmlns:a16="http://schemas.microsoft.com/office/drawing/2014/main" id="{DB9898DE-D265-4051-B751-CA3C0058CECA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894095" y="1044081"/>
            <a:ext cx="4962943" cy="2221824"/>
          </a:xfrm>
        </p:spPr>
        <p:txBody>
          <a:bodyPr anchor="ctr" anchorCtr="0"/>
          <a:lstStyle>
            <a:lvl1pPr>
              <a:defRPr/>
            </a:lvl1pPr>
          </a:lstStyle>
          <a:p>
            <a:r>
              <a:rPr lang="ru-RU" dirty="0"/>
              <a:t>Фото команды</a:t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1CA6654-BEE5-24C9-BC9D-BB6D2E0BEFA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6075" y="395288"/>
            <a:ext cx="11244772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/>
            </a:lvl1pPr>
          </a:lstStyle>
          <a:p>
            <a:r>
              <a:rPr lang="ru-RU" dirty="0"/>
              <a:t>КОМАНДА «НАЗВАНИЕ»</a:t>
            </a:r>
          </a:p>
        </p:txBody>
      </p:sp>
    </p:spTree>
    <p:extLst>
      <p:ext uri="{BB962C8B-B14F-4D97-AF65-F5344CB8AC3E}">
        <p14:creationId xmlns:p14="http://schemas.microsoft.com/office/powerpoint/2010/main" val="166295058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Команд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67EB9651-F031-4963-AFE9-33BCC0E88757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45" name="Заголовок 1">
            <a:extLst>
              <a:ext uri="{FF2B5EF4-FFF2-40B4-BE49-F238E27FC236}">
                <a16:creationId xmlns:a16="http://schemas.microsoft.com/office/drawing/2014/main" id="{DD9DB7EE-83C4-47FA-86C2-BDA70A05315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6075" y="395288"/>
            <a:ext cx="11244772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/>
            </a:lvl1pPr>
          </a:lstStyle>
          <a:p>
            <a:r>
              <a:rPr lang="ru-RU" dirty="0"/>
              <a:t>КОМАНДА «НАЗВАНИЕ»</a:t>
            </a:r>
          </a:p>
        </p:txBody>
      </p:sp>
      <p:sp>
        <p:nvSpPr>
          <p:cNvPr id="47" name="Текст 35">
            <a:extLst>
              <a:ext uri="{FF2B5EF4-FFF2-40B4-BE49-F238E27FC236}">
                <a16:creationId xmlns:a16="http://schemas.microsoft.com/office/drawing/2014/main" id="{FACA3955-006D-424E-AF29-FC0EE3BE8601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806323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>Роль в команде</a:t>
            </a:r>
          </a:p>
          <a:p>
            <a:pPr lvl="0"/>
            <a:r>
              <a:rPr lang="en-US" dirty="0"/>
              <a:t>Telegram</a:t>
            </a:r>
          </a:p>
          <a:p>
            <a:pPr lvl="0"/>
            <a:r>
              <a:rPr lang="ru-RU" dirty="0"/>
              <a:t>Номер</a:t>
            </a:r>
          </a:p>
        </p:txBody>
      </p:sp>
      <p:sp>
        <p:nvSpPr>
          <p:cNvPr id="49" name="Текст 35">
            <a:extLst>
              <a:ext uri="{FF2B5EF4-FFF2-40B4-BE49-F238E27FC236}">
                <a16:creationId xmlns:a16="http://schemas.microsoft.com/office/drawing/2014/main" id="{D134429E-1F41-4952-92F7-E1A3625ABBD9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3014568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>Роль в команде</a:t>
            </a:r>
          </a:p>
          <a:p>
            <a:pPr lvl="0"/>
            <a:r>
              <a:rPr lang="en-US" dirty="0"/>
              <a:t>Telegram</a:t>
            </a:r>
          </a:p>
          <a:p>
            <a:pPr lvl="0"/>
            <a:r>
              <a:rPr lang="ru-RU" dirty="0"/>
              <a:t>Номер</a:t>
            </a:r>
          </a:p>
        </p:txBody>
      </p:sp>
      <p:sp>
        <p:nvSpPr>
          <p:cNvPr id="51" name="Текст 35">
            <a:extLst>
              <a:ext uri="{FF2B5EF4-FFF2-40B4-BE49-F238E27FC236}">
                <a16:creationId xmlns:a16="http://schemas.microsoft.com/office/drawing/2014/main" id="{62B71317-1166-483E-8736-3204197AE648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5191192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>Роль в команде</a:t>
            </a:r>
          </a:p>
          <a:p>
            <a:pPr lvl="0"/>
            <a:r>
              <a:rPr lang="en-US" dirty="0"/>
              <a:t>Telegram</a:t>
            </a:r>
          </a:p>
          <a:p>
            <a:pPr lvl="0"/>
            <a:r>
              <a:rPr lang="ru-RU" dirty="0"/>
              <a:t>Номер</a:t>
            </a:r>
          </a:p>
        </p:txBody>
      </p:sp>
      <p:sp>
        <p:nvSpPr>
          <p:cNvPr id="53" name="Текст 35">
            <a:extLst>
              <a:ext uri="{FF2B5EF4-FFF2-40B4-BE49-F238E27FC236}">
                <a16:creationId xmlns:a16="http://schemas.microsoft.com/office/drawing/2014/main" id="{FE441C73-4DA4-470D-B9C8-52D6075710B5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7366644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>Роль в команде</a:t>
            </a:r>
          </a:p>
          <a:p>
            <a:pPr lvl="0"/>
            <a:r>
              <a:rPr lang="en-US" dirty="0"/>
              <a:t>Telegram</a:t>
            </a:r>
          </a:p>
          <a:p>
            <a:pPr lvl="0"/>
            <a:r>
              <a:rPr lang="ru-RU" dirty="0"/>
              <a:t>Номер</a:t>
            </a:r>
          </a:p>
        </p:txBody>
      </p:sp>
      <p:sp>
        <p:nvSpPr>
          <p:cNvPr id="55" name="Текст 35">
            <a:extLst>
              <a:ext uri="{FF2B5EF4-FFF2-40B4-BE49-F238E27FC236}">
                <a16:creationId xmlns:a16="http://schemas.microsoft.com/office/drawing/2014/main" id="{8792BADF-06A6-41F5-BB39-A425B78E145D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9542096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>Роль в команде</a:t>
            </a:r>
          </a:p>
          <a:p>
            <a:pPr lvl="0"/>
            <a:r>
              <a:rPr lang="en-US" dirty="0"/>
              <a:t>Telegram</a:t>
            </a:r>
          </a:p>
          <a:p>
            <a:pPr lvl="0"/>
            <a:r>
              <a:rPr lang="ru-RU" dirty="0"/>
              <a:t>Номер</a:t>
            </a:r>
          </a:p>
        </p:txBody>
      </p:sp>
    </p:spTree>
    <p:extLst>
      <p:ext uri="{BB962C8B-B14F-4D97-AF65-F5344CB8AC3E}">
        <p14:creationId xmlns:p14="http://schemas.microsoft.com/office/powerpoint/2010/main" val="218743508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устой с заголовко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Дата 3">
            <a:extLst>
              <a:ext uri="{FF2B5EF4-FFF2-40B4-BE49-F238E27FC236}">
                <a16:creationId xmlns:a16="http://schemas.microsoft.com/office/drawing/2014/main" id="{1BE2B7EA-895D-4C57-B021-3ADF48C5983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1021F813-DBA1-42EC-A748-A9CC16659E6B}" type="datetime1">
              <a:rPr lang="ru-RU" smtClean="0"/>
              <a:t>14.09.2026</a:t>
            </a:fld>
            <a:endParaRPr lang="ru-RU"/>
          </a:p>
        </p:txBody>
      </p:sp>
      <p:sp>
        <p:nvSpPr>
          <p:cNvPr id="10" name="Нижний колонтитул 4">
            <a:extLst>
              <a:ext uri="{FF2B5EF4-FFF2-40B4-BE49-F238E27FC236}">
                <a16:creationId xmlns:a16="http://schemas.microsoft.com/office/drawing/2014/main" id="{8A502BD2-9512-4029-B654-E898F0583F0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1" name="Номер слайда 5">
            <a:extLst>
              <a:ext uri="{FF2B5EF4-FFF2-40B4-BE49-F238E27FC236}">
                <a16:creationId xmlns:a16="http://schemas.microsoft.com/office/drawing/2014/main" id="{E6724899-9B39-4945-8292-0304D1DFF6A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06643281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Текст 2">
            <a:extLst>
              <a:ext uri="{FF2B5EF4-FFF2-40B4-BE49-F238E27FC236}">
                <a16:creationId xmlns:a16="http://schemas.microsoft.com/office/drawing/2014/main" id="{35915C91-9468-44E0-9A6A-47C151E1C59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15392" y="1016177"/>
            <a:ext cx="11561229" cy="51607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>
              <a:defRPr>
                <a:solidFill>
                  <a:schemeClr val="bg1">
                    <a:lumMod val="95000"/>
                  </a:schemeClr>
                </a:solidFill>
              </a:defRPr>
            </a:lvl1pPr>
            <a:lvl2pPr>
              <a:defRPr>
                <a:solidFill>
                  <a:schemeClr val="bg1">
                    <a:lumMod val="95000"/>
                  </a:schemeClr>
                </a:solidFill>
              </a:defRPr>
            </a:lvl2pPr>
            <a:lvl3pPr>
              <a:defRPr>
                <a:solidFill>
                  <a:schemeClr val="bg1">
                    <a:lumMod val="95000"/>
                  </a:schemeClr>
                </a:solidFill>
              </a:defRPr>
            </a:lvl3pPr>
            <a:lvl4pPr>
              <a:defRPr>
                <a:solidFill>
                  <a:schemeClr val="bg1">
                    <a:lumMod val="95000"/>
                  </a:schemeClr>
                </a:solidFill>
              </a:defRPr>
            </a:lvl4pPr>
            <a:lvl5pPr>
              <a:defRPr>
                <a:solidFill>
                  <a:schemeClr val="bg1">
                    <a:lumMod val="95000"/>
                  </a:schemeClr>
                </a:solidFill>
              </a:defRPr>
            </a:lvl5pPr>
          </a:lstStyle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sp>
        <p:nvSpPr>
          <p:cNvPr id="21" name="Дата 3">
            <a:extLst>
              <a:ext uri="{FF2B5EF4-FFF2-40B4-BE49-F238E27FC236}">
                <a16:creationId xmlns:a16="http://schemas.microsoft.com/office/drawing/2014/main" id="{6043336A-E468-4FC7-B11B-D72F244391A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7DE2642A-6018-4CC1-81AB-5FD8D2782D4F}" type="datetime1">
              <a:rPr lang="ru-RU" smtClean="0"/>
              <a:t>14.09.2026</a:t>
            </a:fld>
            <a:endParaRPr lang="ru-RU"/>
          </a:p>
        </p:txBody>
      </p:sp>
      <p:sp>
        <p:nvSpPr>
          <p:cNvPr id="22" name="Нижний колонтитул 4">
            <a:extLst>
              <a:ext uri="{FF2B5EF4-FFF2-40B4-BE49-F238E27FC236}">
                <a16:creationId xmlns:a16="http://schemas.microsoft.com/office/drawing/2014/main" id="{49E78A2F-D265-4D7D-BF63-75BF9ACF92A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23" name="Номер слайда 5">
            <a:extLst>
              <a:ext uri="{FF2B5EF4-FFF2-40B4-BE49-F238E27FC236}">
                <a16:creationId xmlns:a16="http://schemas.microsoft.com/office/drawing/2014/main" id="{25A0EB89-1F02-40E6-9D89-EAA34874BF0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4" name="Заголовок 1">
            <a:extLst>
              <a:ext uri="{FF2B5EF4-FFF2-40B4-BE49-F238E27FC236}">
                <a16:creationId xmlns:a16="http://schemas.microsoft.com/office/drawing/2014/main" id="{D3BCB09B-B5ED-4308-BCBC-7DB6BF7E0D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324688990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Объект 2">
            <a:extLst>
              <a:ext uri="{FF2B5EF4-FFF2-40B4-BE49-F238E27FC236}">
                <a16:creationId xmlns:a16="http://schemas.microsoft.com/office/drawing/2014/main" id="{DE4079CB-26E5-4E7E-8375-84F47484485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315387" y="1016001"/>
            <a:ext cx="5704418" cy="5184774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C0B9B70F-56BE-4BFF-9AF1-3E24439A89A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6" y="1016001"/>
            <a:ext cx="5670473" cy="5184774"/>
          </a:xfrm>
        </p:spPr>
        <p:txBody>
          <a:bodyPr/>
          <a:lstStyle/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sp>
        <p:nvSpPr>
          <p:cNvPr id="14" name="Дата 3">
            <a:extLst>
              <a:ext uri="{FF2B5EF4-FFF2-40B4-BE49-F238E27FC236}">
                <a16:creationId xmlns:a16="http://schemas.microsoft.com/office/drawing/2014/main" id="{A4424B46-3BA8-41B1-9808-8558C0F0E6E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43014BBE-C503-4380-A869-5EE8294FE947}" type="datetime1">
              <a:rPr lang="ru-RU" smtClean="0"/>
              <a:t>14.09.2026</a:t>
            </a:fld>
            <a:endParaRPr lang="ru-RU"/>
          </a:p>
        </p:txBody>
      </p:sp>
      <p:sp>
        <p:nvSpPr>
          <p:cNvPr id="15" name="Нижний колонтитул 4">
            <a:extLst>
              <a:ext uri="{FF2B5EF4-FFF2-40B4-BE49-F238E27FC236}">
                <a16:creationId xmlns:a16="http://schemas.microsoft.com/office/drawing/2014/main" id="{4D73747B-1894-47A4-9E8B-797D1562EA7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6" name="Номер слайда 5">
            <a:extLst>
              <a:ext uri="{FF2B5EF4-FFF2-40B4-BE49-F238E27FC236}">
                <a16:creationId xmlns:a16="http://schemas.microsoft.com/office/drawing/2014/main" id="{0C3B5973-5E99-43F7-82C6-8E450D7A985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7" name="Заголовок 1">
            <a:extLst>
              <a:ext uri="{FF2B5EF4-FFF2-40B4-BE49-F238E27FC236}">
                <a16:creationId xmlns:a16="http://schemas.microsoft.com/office/drawing/2014/main" id="{96698D82-4C1C-4876-84CF-285AAC9104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21586937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Текст 2">
            <a:extLst>
              <a:ext uri="{FF2B5EF4-FFF2-40B4-BE49-F238E27FC236}">
                <a16:creationId xmlns:a16="http://schemas.microsoft.com/office/drawing/2014/main" id="{D286EEAA-87D1-47A5-B9C0-E5BAD703F03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15386" y="1015427"/>
            <a:ext cx="5682193" cy="365125"/>
          </a:xfrm>
        </p:spPr>
        <p:txBody>
          <a:bodyPr anchor="b">
            <a:normAutofit/>
          </a:bodyPr>
          <a:lstStyle>
            <a:lvl1pPr marL="0" indent="0">
              <a:buNone/>
              <a:defRPr sz="1400" b="1"/>
            </a:lvl1pPr>
            <a:lvl2pPr marL="289378" indent="0">
              <a:buNone/>
              <a:defRPr sz="1266" b="1"/>
            </a:lvl2pPr>
            <a:lvl3pPr marL="578755" indent="0">
              <a:buNone/>
              <a:defRPr sz="1141" b="1"/>
            </a:lvl3pPr>
            <a:lvl4pPr marL="868132" indent="0">
              <a:buNone/>
              <a:defRPr sz="1013" b="1"/>
            </a:lvl4pPr>
            <a:lvl5pPr marL="1157510" indent="0">
              <a:buNone/>
              <a:defRPr sz="1013" b="1"/>
            </a:lvl5pPr>
            <a:lvl6pPr marL="1446887" indent="0">
              <a:buNone/>
              <a:defRPr sz="1013" b="1"/>
            </a:lvl6pPr>
            <a:lvl7pPr marL="1736266" indent="0">
              <a:buNone/>
              <a:defRPr sz="1013" b="1"/>
            </a:lvl7pPr>
            <a:lvl8pPr marL="2025644" indent="0">
              <a:buNone/>
              <a:defRPr sz="1013" b="1"/>
            </a:lvl8pPr>
            <a:lvl9pPr marL="2315021" indent="0">
              <a:buNone/>
              <a:defRPr sz="1013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4A2D29F1-B583-4C98-B07B-171DC3552B4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349334" y="1598615"/>
            <a:ext cx="5648250" cy="460216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ru-RU" dirty="0"/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DE6D3064-465D-4982-AF9F-41FF98FCBF9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5" y="1015427"/>
            <a:ext cx="5684841" cy="365125"/>
          </a:xfrm>
        </p:spPr>
        <p:txBody>
          <a:bodyPr anchor="b">
            <a:normAutofit/>
          </a:bodyPr>
          <a:lstStyle>
            <a:lvl1pPr marL="0" indent="0">
              <a:buNone/>
              <a:defRPr sz="1400" b="1"/>
            </a:lvl1pPr>
            <a:lvl2pPr marL="289378" indent="0">
              <a:buNone/>
              <a:defRPr sz="1266" b="1"/>
            </a:lvl2pPr>
            <a:lvl3pPr marL="578755" indent="0">
              <a:buNone/>
              <a:defRPr sz="1141" b="1"/>
            </a:lvl3pPr>
            <a:lvl4pPr marL="868132" indent="0">
              <a:buNone/>
              <a:defRPr sz="1013" b="1"/>
            </a:lvl4pPr>
            <a:lvl5pPr marL="1157510" indent="0">
              <a:buNone/>
              <a:defRPr sz="1013" b="1"/>
            </a:lvl5pPr>
            <a:lvl6pPr marL="1446887" indent="0">
              <a:buNone/>
              <a:defRPr sz="1013" b="1"/>
            </a:lvl6pPr>
            <a:lvl7pPr marL="1736266" indent="0">
              <a:buNone/>
              <a:defRPr sz="1013" b="1"/>
            </a:lvl7pPr>
            <a:lvl8pPr marL="2025644" indent="0">
              <a:buNone/>
              <a:defRPr sz="1013" b="1"/>
            </a:lvl8pPr>
            <a:lvl9pPr marL="2315021" indent="0">
              <a:buNone/>
              <a:defRPr sz="1013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960E92CA-C4D7-4946-B437-9FCD4AA3134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2" y="1598615"/>
            <a:ext cx="5670473" cy="460216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12" name="Дата 3">
            <a:extLst>
              <a:ext uri="{FF2B5EF4-FFF2-40B4-BE49-F238E27FC236}">
                <a16:creationId xmlns:a16="http://schemas.microsoft.com/office/drawing/2014/main" id="{50BC46DB-57AA-4551-8F67-742F842E120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0D568497-304A-497F-ADAE-97D3CF462C1C}" type="datetime1">
              <a:rPr lang="ru-RU" smtClean="0"/>
              <a:t>14.09.2026</a:t>
            </a:fld>
            <a:endParaRPr lang="ru-RU"/>
          </a:p>
        </p:txBody>
      </p:sp>
      <p:sp>
        <p:nvSpPr>
          <p:cNvPr id="13" name="Нижний колонтитул 4">
            <a:extLst>
              <a:ext uri="{FF2B5EF4-FFF2-40B4-BE49-F238E27FC236}">
                <a16:creationId xmlns:a16="http://schemas.microsoft.com/office/drawing/2014/main" id="{F2048DE5-D653-4BDE-8495-A22EF4A50A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4" name="Номер слайда 5">
            <a:extLst>
              <a:ext uri="{FF2B5EF4-FFF2-40B4-BE49-F238E27FC236}">
                <a16:creationId xmlns:a16="http://schemas.microsoft.com/office/drawing/2014/main" id="{E0E8C4D1-B7B4-4A6B-87A1-354341CD6A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5" name="Заголовок 1">
            <a:extLst>
              <a:ext uri="{FF2B5EF4-FFF2-40B4-BE49-F238E27FC236}">
                <a16:creationId xmlns:a16="http://schemas.microsoft.com/office/drawing/2014/main" id="{B533CD5F-4B3E-426C-9977-6EFBE36EEA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9334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144947142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92CB240C-04A3-49D4-83F9-87A9C6C414DC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85513828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8799615-B88F-452A-A6CA-6793B831650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6" y="1015999"/>
            <a:ext cx="4437062" cy="1213417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5B30D2CC-2D7F-43FF-B9B4-355F7E46430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94" y="1015999"/>
            <a:ext cx="6673847" cy="5049521"/>
          </a:xfrm>
        </p:spPr>
        <p:txBody>
          <a:bodyPr>
            <a:normAutofit/>
          </a:bodyPr>
          <a:lstStyle>
            <a:lvl1pPr>
              <a:defRPr sz="1773"/>
            </a:lvl1pPr>
            <a:lvl2pPr>
              <a:defRPr sz="1520"/>
            </a:lvl2pPr>
            <a:lvl3pPr>
              <a:defRPr sz="1266"/>
            </a:lvl3pPr>
            <a:lvl4pPr>
              <a:defRPr sz="1141"/>
            </a:lvl4pPr>
            <a:lvl5pPr>
              <a:defRPr sz="1141"/>
            </a:lvl5pPr>
            <a:lvl6pPr>
              <a:defRPr sz="1266"/>
            </a:lvl6pPr>
            <a:lvl7pPr>
              <a:defRPr sz="1266"/>
            </a:lvl7pPr>
            <a:lvl8pPr>
              <a:defRPr sz="1266"/>
            </a:lvl8pPr>
            <a:lvl9pPr>
              <a:defRPr sz="1266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23E8D86B-609C-423A-9220-D7DC81877B7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334966" y="2428239"/>
            <a:ext cx="4437062" cy="3637281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289378" indent="0">
              <a:buNone/>
              <a:defRPr sz="886"/>
            </a:lvl2pPr>
            <a:lvl3pPr marL="578755" indent="0">
              <a:buNone/>
              <a:defRPr sz="760"/>
            </a:lvl3pPr>
            <a:lvl4pPr marL="868132" indent="0">
              <a:buNone/>
              <a:defRPr sz="631"/>
            </a:lvl4pPr>
            <a:lvl5pPr marL="1157510" indent="0">
              <a:buNone/>
              <a:defRPr sz="631"/>
            </a:lvl5pPr>
            <a:lvl6pPr marL="1446887" indent="0">
              <a:buNone/>
              <a:defRPr sz="631"/>
            </a:lvl6pPr>
            <a:lvl7pPr marL="1736266" indent="0">
              <a:buNone/>
              <a:defRPr sz="631"/>
            </a:lvl7pPr>
            <a:lvl8pPr marL="2025644" indent="0">
              <a:buNone/>
              <a:defRPr sz="631"/>
            </a:lvl8pPr>
            <a:lvl9pPr marL="2315021" indent="0">
              <a:buNone/>
              <a:defRPr sz="63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8" name="Дата 3">
            <a:extLst>
              <a:ext uri="{FF2B5EF4-FFF2-40B4-BE49-F238E27FC236}">
                <a16:creationId xmlns:a16="http://schemas.microsoft.com/office/drawing/2014/main" id="{3D3B951D-08AE-4736-8D36-4EB9974DAC4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DE74468B-3512-454B-AB51-7AE95604D39E}" type="datetime1">
              <a:rPr lang="ru-RU" smtClean="0"/>
              <a:t>14.09.2026</a:t>
            </a:fld>
            <a:endParaRPr lang="ru-RU"/>
          </a:p>
        </p:txBody>
      </p:sp>
      <p:sp>
        <p:nvSpPr>
          <p:cNvPr id="9" name="Нижний колонтитул 4">
            <a:extLst>
              <a:ext uri="{FF2B5EF4-FFF2-40B4-BE49-F238E27FC236}">
                <a16:creationId xmlns:a16="http://schemas.microsoft.com/office/drawing/2014/main" id="{D1D906C7-232A-4192-A02B-35F76470023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0" name="Номер слайда 5">
            <a:extLst>
              <a:ext uri="{FF2B5EF4-FFF2-40B4-BE49-F238E27FC236}">
                <a16:creationId xmlns:a16="http://schemas.microsoft.com/office/drawing/2014/main" id="{0E0F42FE-1DE2-4412-B92B-28748FBE7FC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4558501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4">
            <a:extLst>
              <a:ext uri="{FF2B5EF4-FFF2-40B4-BE49-F238E27FC236}">
                <a16:creationId xmlns:a16="http://schemas.microsoft.com/office/drawing/2014/main" id="{6492DF34-242F-4712-ACC0-85E96FE006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AB2196-A440-4E25-B9FF-D0ADB01B1A15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A5BFC209-E220-4DB1-9582-A06EDB7066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11" name="Заголовок 1">
            <a:extLst>
              <a:ext uri="{FF2B5EF4-FFF2-40B4-BE49-F238E27FC236}">
                <a16:creationId xmlns:a16="http://schemas.microsoft.com/office/drawing/2014/main" id="{F045645C-2F92-4AF1-B96A-C79DEB76E78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802640" y="3922529"/>
            <a:ext cx="5293359" cy="1654542"/>
          </a:xfrm>
        </p:spPr>
        <p:txBody>
          <a:bodyPr anchor="ctr" anchorCtr="0"/>
          <a:lstStyle>
            <a:lvl1pPr algn="l">
              <a:defRPr sz="28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18" name="Номер слайда 5">
            <a:extLst>
              <a:ext uri="{FF2B5EF4-FFF2-40B4-BE49-F238E27FC236}">
                <a16:creationId xmlns:a16="http://schemas.microsoft.com/office/drawing/2014/main" id="{424E19F6-1411-4AFE-9677-D4180DA214C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4057157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одержание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C7BAE699-64F9-49EF-B784-2DEF2B221955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1" name="Текст 6">
            <a:extLst>
              <a:ext uri="{FF2B5EF4-FFF2-40B4-BE49-F238E27FC236}">
                <a16:creationId xmlns:a16="http://schemas.microsoft.com/office/drawing/2014/main" id="{A8E19DA3-4B31-4259-B9A7-5F7A2E642854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1873541" y="1222713"/>
            <a:ext cx="3866856" cy="423628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12" name="Текст 9">
            <a:extLst>
              <a:ext uri="{FF2B5EF4-FFF2-40B4-BE49-F238E27FC236}">
                <a16:creationId xmlns:a16="http://schemas.microsoft.com/office/drawing/2014/main" id="{42FEA996-0F55-4FCB-8FCC-C78FEA766CFA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1873544" y="1790324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13" name="Текст 6">
            <a:extLst>
              <a:ext uri="{FF2B5EF4-FFF2-40B4-BE49-F238E27FC236}">
                <a16:creationId xmlns:a16="http://schemas.microsoft.com/office/drawing/2014/main" id="{C4D8DFD8-867D-4062-800E-27B73FA83BFA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1854185" y="2826697"/>
            <a:ext cx="3866856" cy="403756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14" name="Текст 9">
            <a:extLst>
              <a:ext uri="{FF2B5EF4-FFF2-40B4-BE49-F238E27FC236}">
                <a16:creationId xmlns:a16="http://schemas.microsoft.com/office/drawing/2014/main" id="{01B4FB59-79EB-42C6-8468-505204DD843D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1854185" y="3374436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15" name="Текст 6">
            <a:extLst>
              <a:ext uri="{FF2B5EF4-FFF2-40B4-BE49-F238E27FC236}">
                <a16:creationId xmlns:a16="http://schemas.microsoft.com/office/drawing/2014/main" id="{2DD2E24E-A578-41A0-8812-3CEB5EB7DE20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1854185" y="4410809"/>
            <a:ext cx="3866856" cy="403913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16" name="Текст 9">
            <a:extLst>
              <a:ext uri="{FF2B5EF4-FFF2-40B4-BE49-F238E27FC236}">
                <a16:creationId xmlns:a16="http://schemas.microsoft.com/office/drawing/2014/main" id="{29120726-8DD9-4194-A282-2630D18F49EA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1854185" y="4958548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20" name="Текст 6">
            <a:extLst>
              <a:ext uri="{FF2B5EF4-FFF2-40B4-BE49-F238E27FC236}">
                <a16:creationId xmlns:a16="http://schemas.microsoft.com/office/drawing/2014/main" id="{F30BC2DD-F35E-474E-A833-EA478E7F80B7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7546648" y="1222713"/>
            <a:ext cx="3866856" cy="423628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21" name="Текст 9">
            <a:extLst>
              <a:ext uri="{FF2B5EF4-FFF2-40B4-BE49-F238E27FC236}">
                <a16:creationId xmlns:a16="http://schemas.microsoft.com/office/drawing/2014/main" id="{7124A073-4FEB-4F54-A9B4-6797D7B46CC3}"/>
              </a:ext>
            </a:extLst>
          </p:cNvPr>
          <p:cNvSpPr>
            <a:spLocks noGrp="1"/>
          </p:cNvSpPr>
          <p:nvPr>
            <p:ph type="body" sz="quarter" idx="44" hasCustomPrompt="1"/>
          </p:nvPr>
        </p:nvSpPr>
        <p:spPr>
          <a:xfrm>
            <a:off x="7546651" y="1790324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22" name="Текст 6">
            <a:extLst>
              <a:ext uri="{FF2B5EF4-FFF2-40B4-BE49-F238E27FC236}">
                <a16:creationId xmlns:a16="http://schemas.microsoft.com/office/drawing/2014/main" id="{17FB4F65-9ABC-4376-8283-0F33F9BB91D6}"/>
              </a:ext>
            </a:extLst>
          </p:cNvPr>
          <p:cNvSpPr>
            <a:spLocks noGrp="1"/>
          </p:cNvSpPr>
          <p:nvPr>
            <p:ph type="body" sz="quarter" idx="45" hasCustomPrompt="1"/>
          </p:nvPr>
        </p:nvSpPr>
        <p:spPr>
          <a:xfrm>
            <a:off x="7527292" y="2826697"/>
            <a:ext cx="3866856" cy="403756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23" name="Текст 9">
            <a:extLst>
              <a:ext uri="{FF2B5EF4-FFF2-40B4-BE49-F238E27FC236}">
                <a16:creationId xmlns:a16="http://schemas.microsoft.com/office/drawing/2014/main" id="{C2E3AAAD-E9EB-4A42-ADAF-EDA850F01ED1}"/>
              </a:ext>
            </a:extLst>
          </p:cNvPr>
          <p:cNvSpPr>
            <a:spLocks noGrp="1"/>
          </p:cNvSpPr>
          <p:nvPr>
            <p:ph type="body" sz="quarter" idx="46" hasCustomPrompt="1"/>
          </p:nvPr>
        </p:nvSpPr>
        <p:spPr>
          <a:xfrm>
            <a:off x="7527292" y="3374436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24" name="Текст 6">
            <a:extLst>
              <a:ext uri="{FF2B5EF4-FFF2-40B4-BE49-F238E27FC236}">
                <a16:creationId xmlns:a16="http://schemas.microsoft.com/office/drawing/2014/main" id="{835470A4-56EB-4A53-A875-42155372D2DA}"/>
              </a:ext>
            </a:extLst>
          </p:cNvPr>
          <p:cNvSpPr>
            <a:spLocks noGrp="1"/>
          </p:cNvSpPr>
          <p:nvPr>
            <p:ph type="body" sz="quarter" idx="47" hasCustomPrompt="1"/>
          </p:nvPr>
        </p:nvSpPr>
        <p:spPr>
          <a:xfrm>
            <a:off x="7527292" y="4410809"/>
            <a:ext cx="3866856" cy="403913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25" name="Текст 9">
            <a:extLst>
              <a:ext uri="{FF2B5EF4-FFF2-40B4-BE49-F238E27FC236}">
                <a16:creationId xmlns:a16="http://schemas.microsoft.com/office/drawing/2014/main" id="{ED3CC4C2-7EF9-4A4B-BDD1-B16EF36B84C3}"/>
              </a:ext>
            </a:extLst>
          </p:cNvPr>
          <p:cNvSpPr>
            <a:spLocks noGrp="1"/>
          </p:cNvSpPr>
          <p:nvPr>
            <p:ph type="body" sz="quarter" idx="48" hasCustomPrompt="1"/>
          </p:nvPr>
        </p:nvSpPr>
        <p:spPr>
          <a:xfrm>
            <a:off x="7527292" y="4958548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27" name="Текст 6">
            <a:extLst>
              <a:ext uri="{FF2B5EF4-FFF2-40B4-BE49-F238E27FC236}">
                <a16:creationId xmlns:a16="http://schemas.microsoft.com/office/drawing/2014/main" id="{53CEA4EC-5717-426C-A1A1-534D0A055245}"/>
              </a:ext>
            </a:extLst>
          </p:cNvPr>
          <p:cNvSpPr>
            <a:spLocks noGrp="1"/>
          </p:cNvSpPr>
          <p:nvPr>
            <p:ph type="body" sz="quarter" idx="49" hasCustomPrompt="1"/>
          </p:nvPr>
        </p:nvSpPr>
        <p:spPr>
          <a:xfrm>
            <a:off x="778493" y="1187988"/>
            <a:ext cx="771003" cy="423628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01</a:t>
            </a:r>
          </a:p>
        </p:txBody>
      </p:sp>
      <p:sp>
        <p:nvSpPr>
          <p:cNvPr id="28" name="Текст 6">
            <a:extLst>
              <a:ext uri="{FF2B5EF4-FFF2-40B4-BE49-F238E27FC236}">
                <a16:creationId xmlns:a16="http://schemas.microsoft.com/office/drawing/2014/main" id="{ECD22E46-ECAB-4A6C-9243-E1661118B477}"/>
              </a:ext>
            </a:extLst>
          </p:cNvPr>
          <p:cNvSpPr>
            <a:spLocks noGrp="1"/>
          </p:cNvSpPr>
          <p:nvPr>
            <p:ph type="body" sz="quarter" idx="50" hasCustomPrompt="1"/>
          </p:nvPr>
        </p:nvSpPr>
        <p:spPr>
          <a:xfrm>
            <a:off x="759137" y="2791972"/>
            <a:ext cx="771003" cy="403756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02</a:t>
            </a:r>
          </a:p>
        </p:txBody>
      </p:sp>
      <p:sp>
        <p:nvSpPr>
          <p:cNvPr id="29" name="Текст 6">
            <a:extLst>
              <a:ext uri="{FF2B5EF4-FFF2-40B4-BE49-F238E27FC236}">
                <a16:creationId xmlns:a16="http://schemas.microsoft.com/office/drawing/2014/main" id="{A3CA815C-23B0-4736-B973-0A405AFC5D08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759137" y="4376084"/>
            <a:ext cx="771003" cy="403913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03</a:t>
            </a:r>
          </a:p>
        </p:txBody>
      </p:sp>
      <p:sp>
        <p:nvSpPr>
          <p:cNvPr id="30" name="Текст 6">
            <a:extLst>
              <a:ext uri="{FF2B5EF4-FFF2-40B4-BE49-F238E27FC236}">
                <a16:creationId xmlns:a16="http://schemas.microsoft.com/office/drawing/2014/main" id="{0C64CE05-E630-4FDE-B773-3165E579B3B6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6451600" y="1187988"/>
            <a:ext cx="771003" cy="423628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04</a:t>
            </a:r>
          </a:p>
        </p:txBody>
      </p:sp>
      <p:sp>
        <p:nvSpPr>
          <p:cNvPr id="31" name="Текст 6">
            <a:extLst>
              <a:ext uri="{FF2B5EF4-FFF2-40B4-BE49-F238E27FC236}">
                <a16:creationId xmlns:a16="http://schemas.microsoft.com/office/drawing/2014/main" id="{52DBB510-86A6-45BB-B6E1-54FE5A86B490}"/>
              </a:ext>
            </a:extLst>
          </p:cNvPr>
          <p:cNvSpPr>
            <a:spLocks noGrp="1"/>
          </p:cNvSpPr>
          <p:nvPr>
            <p:ph type="body" sz="quarter" idx="53" hasCustomPrompt="1"/>
          </p:nvPr>
        </p:nvSpPr>
        <p:spPr>
          <a:xfrm>
            <a:off x="6432244" y="2791972"/>
            <a:ext cx="771003" cy="403756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05</a:t>
            </a:r>
          </a:p>
        </p:txBody>
      </p:sp>
      <p:sp>
        <p:nvSpPr>
          <p:cNvPr id="32" name="Текст 6">
            <a:extLst>
              <a:ext uri="{FF2B5EF4-FFF2-40B4-BE49-F238E27FC236}">
                <a16:creationId xmlns:a16="http://schemas.microsoft.com/office/drawing/2014/main" id="{CA530A5B-20B1-4742-8CF2-55C8F5CC1E91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6432244" y="4376084"/>
            <a:ext cx="771003" cy="403913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418885800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Фотографи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CAFA80CC-940E-479C-90C0-76DA923785E9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2682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27" name="Рисунок 7">
            <a:extLst>
              <a:ext uri="{FF2B5EF4-FFF2-40B4-BE49-F238E27FC236}">
                <a16:creationId xmlns:a16="http://schemas.microsoft.com/office/drawing/2014/main" id="{7F6989B1-EABA-40DD-BFD6-7E0075CDDEE8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7440147" y="1016001"/>
            <a:ext cx="4405777" cy="3078479"/>
          </a:xfrm>
        </p:spPr>
        <p:txBody>
          <a:bodyPr/>
          <a:lstStyle/>
          <a:p>
            <a:endParaRPr lang="ru-RU"/>
          </a:p>
        </p:txBody>
      </p:sp>
      <p:sp>
        <p:nvSpPr>
          <p:cNvPr id="28" name="Рисунок 9">
            <a:extLst>
              <a:ext uri="{FF2B5EF4-FFF2-40B4-BE49-F238E27FC236}">
                <a16:creationId xmlns:a16="http://schemas.microsoft.com/office/drawing/2014/main" id="{C157B27F-5477-43C4-BE9E-F7CF2A081F1A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440149" y="4389108"/>
            <a:ext cx="4405775" cy="1811668"/>
          </a:xfrm>
        </p:spPr>
        <p:txBody>
          <a:bodyPr/>
          <a:lstStyle/>
          <a:p>
            <a:endParaRPr lang="ru-RU" dirty="0"/>
          </a:p>
        </p:txBody>
      </p:sp>
      <p:sp>
        <p:nvSpPr>
          <p:cNvPr id="29" name="Рисунок 11">
            <a:extLst>
              <a:ext uri="{FF2B5EF4-FFF2-40B4-BE49-F238E27FC236}">
                <a16:creationId xmlns:a16="http://schemas.microsoft.com/office/drawing/2014/main" id="{3E695B26-F7D2-4380-AAA1-0FB24A689AAD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346075" y="3223948"/>
            <a:ext cx="6806142" cy="2976827"/>
          </a:xfrm>
        </p:spPr>
        <p:txBody>
          <a:bodyPr/>
          <a:lstStyle/>
          <a:p>
            <a:endParaRPr lang="ru-RU"/>
          </a:p>
        </p:txBody>
      </p:sp>
      <p:sp>
        <p:nvSpPr>
          <p:cNvPr id="30" name="Текст 15">
            <a:extLst>
              <a:ext uri="{FF2B5EF4-FFF2-40B4-BE49-F238E27FC236}">
                <a16:creationId xmlns:a16="http://schemas.microsoft.com/office/drawing/2014/main" id="{7EA2CF14-9D94-4B6F-AAA7-0B38CBB654C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46075" y="1016001"/>
            <a:ext cx="6806142" cy="2029882"/>
          </a:xfr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153601696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ункты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82A4DA7B-A7D8-4443-AD1C-4C7CDC678488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1107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23" name="Текст 101">
            <a:extLst>
              <a:ext uri="{FF2B5EF4-FFF2-40B4-BE49-F238E27FC236}">
                <a16:creationId xmlns:a16="http://schemas.microsoft.com/office/drawing/2014/main" id="{B61EFF39-7063-4F67-A1C0-B9D05F3602E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994303" y="2973742"/>
            <a:ext cx="2190810" cy="910516"/>
          </a:xfrm>
        </p:spPr>
        <p:txBody>
          <a:bodyPr/>
          <a:lstStyle>
            <a:lvl1pPr marL="0" indent="0" algn="ctr">
              <a:buNone/>
              <a:defRPr lang="ru-RU" dirty="0"/>
            </a:lvl1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75" name="Текст 74">
            <a:extLst>
              <a:ext uri="{FF2B5EF4-FFF2-40B4-BE49-F238E27FC236}">
                <a16:creationId xmlns:a16="http://schemas.microsoft.com/office/drawing/2014/main" id="{A0F2F041-BB01-463D-9CD2-6A231D592408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662924" y="1588128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6" name="Текст 74">
            <a:extLst>
              <a:ext uri="{FF2B5EF4-FFF2-40B4-BE49-F238E27FC236}">
                <a16:creationId xmlns:a16="http://schemas.microsoft.com/office/drawing/2014/main" id="{58BDD636-A558-406A-A768-05FF3D12BD8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662924" y="2445138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7" name="Текст 74">
            <a:extLst>
              <a:ext uri="{FF2B5EF4-FFF2-40B4-BE49-F238E27FC236}">
                <a16:creationId xmlns:a16="http://schemas.microsoft.com/office/drawing/2014/main" id="{53EE4994-79EE-43D0-B40B-E2DE25879B80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6662924" y="3302147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8" name="Текст 74">
            <a:extLst>
              <a:ext uri="{FF2B5EF4-FFF2-40B4-BE49-F238E27FC236}">
                <a16:creationId xmlns:a16="http://schemas.microsoft.com/office/drawing/2014/main" id="{4CD31D83-EE69-46A0-B5B2-B2969969DCFB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62924" y="4159156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9" name="Текст 74">
            <a:extLst>
              <a:ext uri="{FF2B5EF4-FFF2-40B4-BE49-F238E27FC236}">
                <a16:creationId xmlns:a16="http://schemas.microsoft.com/office/drawing/2014/main" id="{BFB2A4EF-E632-42AC-82F0-453D4A95A9E4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6662924" y="5016166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137610971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татистик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44E505DF-C567-47F2-9374-60838F800101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1107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11" name="Текст 35">
            <a:extLst>
              <a:ext uri="{FF2B5EF4-FFF2-40B4-BE49-F238E27FC236}">
                <a16:creationId xmlns:a16="http://schemas.microsoft.com/office/drawing/2014/main" id="{B1350734-1D64-4861-9813-14C6593B8523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683077" y="1026867"/>
            <a:ext cx="4790314" cy="1615356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2" name="Текст 35">
            <a:extLst>
              <a:ext uri="{FF2B5EF4-FFF2-40B4-BE49-F238E27FC236}">
                <a16:creationId xmlns:a16="http://schemas.microsoft.com/office/drawing/2014/main" id="{010826A5-76AC-452C-9459-7CC1CCF22ED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83077" y="1626932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" name="Текст 35">
            <a:extLst>
              <a:ext uri="{FF2B5EF4-FFF2-40B4-BE49-F238E27FC236}">
                <a16:creationId xmlns:a16="http://schemas.microsoft.com/office/drawing/2014/main" id="{C694E912-AC3F-437A-90AD-A48291DCE9BD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683077" y="2807582"/>
            <a:ext cx="4790314" cy="1615356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" name="Текст 35">
            <a:extLst>
              <a:ext uri="{FF2B5EF4-FFF2-40B4-BE49-F238E27FC236}">
                <a16:creationId xmlns:a16="http://schemas.microsoft.com/office/drawing/2014/main" id="{DE78EAF0-6854-4E73-A48A-917C1A86C3F4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6683077" y="3407647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6" name="Текст 35">
            <a:extLst>
              <a:ext uri="{FF2B5EF4-FFF2-40B4-BE49-F238E27FC236}">
                <a16:creationId xmlns:a16="http://schemas.microsoft.com/office/drawing/2014/main" id="{72D68DD9-6181-4C35-909B-154E5E309C97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6683077" y="4584029"/>
            <a:ext cx="4790314" cy="1615356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7" name="Текст 35">
            <a:extLst>
              <a:ext uri="{FF2B5EF4-FFF2-40B4-BE49-F238E27FC236}">
                <a16:creationId xmlns:a16="http://schemas.microsoft.com/office/drawing/2014/main" id="{7D5E34DD-827F-4597-BFDE-34D8830FB250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683077" y="5184094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266994856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Статистик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2938A0C3-5C2F-47B8-B008-79A49A1195BA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9532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11" name="Текст 35">
            <a:extLst>
              <a:ext uri="{FF2B5EF4-FFF2-40B4-BE49-F238E27FC236}">
                <a16:creationId xmlns:a16="http://schemas.microsoft.com/office/drawing/2014/main" id="{B1350734-1D64-4861-9813-14C6593B8523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683077" y="1016000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2" name="Текст 35">
            <a:extLst>
              <a:ext uri="{FF2B5EF4-FFF2-40B4-BE49-F238E27FC236}">
                <a16:creationId xmlns:a16="http://schemas.microsoft.com/office/drawing/2014/main" id="{010826A5-76AC-452C-9459-7CC1CCF22ED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83077" y="1395537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" name="Текст 35">
            <a:extLst>
              <a:ext uri="{FF2B5EF4-FFF2-40B4-BE49-F238E27FC236}">
                <a16:creationId xmlns:a16="http://schemas.microsoft.com/office/drawing/2014/main" id="{C694E912-AC3F-437A-90AD-A48291DCE9BD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683077" y="2284561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60000"/>
                    <a:lumOff val="40000"/>
                  </a:schemeClr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" name="Текст 35">
            <a:extLst>
              <a:ext uri="{FF2B5EF4-FFF2-40B4-BE49-F238E27FC236}">
                <a16:creationId xmlns:a16="http://schemas.microsoft.com/office/drawing/2014/main" id="{DE78EAF0-6854-4E73-A48A-917C1A86C3F4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6683077" y="266409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6" name="Текст 35">
            <a:extLst>
              <a:ext uri="{FF2B5EF4-FFF2-40B4-BE49-F238E27FC236}">
                <a16:creationId xmlns:a16="http://schemas.microsoft.com/office/drawing/2014/main" id="{72D68DD9-6181-4C35-909B-154E5E309C97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6683077" y="3553122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7" name="Текст 35">
            <a:extLst>
              <a:ext uri="{FF2B5EF4-FFF2-40B4-BE49-F238E27FC236}">
                <a16:creationId xmlns:a16="http://schemas.microsoft.com/office/drawing/2014/main" id="{7D5E34DD-827F-4597-BFDE-34D8830FB250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683077" y="3932659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8" name="Текст 35">
            <a:extLst>
              <a:ext uri="{FF2B5EF4-FFF2-40B4-BE49-F238E27FC236}">
                <a16:creationId xmlns:a16="http://schemas.microsoft.com/office/drawing/2014/main" id="{6305AE9F-2B19-4EA1-A48B-435746C35E60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6683077" y="4821684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9" name="Текст 35">
            <a:extLst>
              <a:ext uri="{FF2B5EF4-FFF2-40B4-BE49-F238E27FC236}">
                <a16:creationId xmlns:a16="http://schemas.microsoft.com/office/drawing/2014/main" id="{CF9D9CFB-62B9-4CE0-8770-0CB398D99F7E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6683077" y="5201221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101638643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Статистик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BF4F29EB-DFD0-428E-8E89-ED117A3553E3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7721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11" name="Текст 35">
            <a:extLst>
              <a:ext uri="{FF2B5EF4-FFF2-40B4-BE49-F238E27FC236}">
                <a16:creationId xmlns:a16="http://schemas.microsoft.com/office/drawing/2014/main" id="{B1350734-1D64-4861-9813-14C6593B8523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683077" y="1016000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2" name="Текст 35">
            <a:extLst>
              <a:ext uri="{FF2B5EF4-FFF2-40B4-BE49-F238E27FC236}">
                <a16:creationId xmlns:a16="http://schemas.microsoft.com/office/drawing/2014/main" id="{010826A5-76AC-452C-9459-7CC1CCF22ED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83077" y="1395537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" name="Текст 35">
            <a:extLst>
              <a:ext uri="{FF2B5EF4-FFF2-40B4-BE49-F238E27FC236}">
                <a16:creationId xmlns:a16="http://schemas.microsoft.com/office/drawing/2014/main" id="{C694E912-AC3F-437A-90AD-A48291DCE9BD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683077" y="2284561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60000"/>
                    <a:lumOff val="40000"/>
                  </a:schemeClr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" name="Текст 35">
            <a:extLst>
              <a:ext uri="{FF2B5EF4-FFF2-40B4-BE49-F238E27FC236}">
                <a16:creationId xmlns:a16="http://schemas.microsoft.com/office/drawing/2014/main" id="{DE78EAF0-6854-4E73-A48A-917C1A86C3F4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6683077" y="266409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6" name="Текст 35">
            <a:extLst>
              <a:ext uri="{FF2B5EF4-FFF2-40B4-BE49-F238E27FC236}">
                <a16:creationId xmlns:a16="http://schemas.microsoft.com/office/drawing/2014/main" id="{72D68DD9-6181-4C35-909B-154E5E309C97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6683077" y="3553122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7" name="Текст 35">
            <a:extLst>
              <a:ext uri="{FF2B5EF4-FFF2-40B4-BE49-F238E27FC236}">
                <a16:creationId xmlns:a16="http://schemas.microsoft.com/office/drawing/2014/main" id="{7D5E34DD-827F-4597-BFDE-34D8830FB250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683077" y="3932659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8" name="Текст 35">
            <a:extLst>
              <a:ext uri="{FF2B5EF4-FFF2-40B4-BE49-F238E27FC236}">
                <a16:creationId xmlns:a16="http://schemas.microsoft.com/office/drawing/2014/main" id="{6305AE9F-2B19-4EA1-A48B-435746C35E60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6683077" y="4821684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9" name="Текст 35">
            <a:extLst>
              <a:ext uri="{FF2B5EF4-FFF2-40B4-BE49-F238E27FC236}">
                <a16:creationId xmlns:a16="http://schemas.microsoft.com/office/drawing/2014/main" id="{CF9D9CFB-62B9-4CE0-8770-0CB398D99F7E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6683077" y="5201221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33805881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тади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D52F0272-0FEA-44CE-966E-3D169B2F53D4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8" name="Текст 35">
            <a:extLst>
              <a:ext uri="{FF2B5EF4-FFF2-40B4-BE49-F238E27FC236}">
                <a16:creationId xmlns:a16="http://schemas.microsoft.com/office/drawing/2014/main" id="{BE583EE3-33C6-4FCC-9F56-28AB0B4FCAD9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346075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9" name="Текст 35">
            <a:extLst>
              <a:ext uri="{FF2B5EF4-FFF2-40B4-BE49-F238E27FC236}">
                <a16:creationId xmlns:a16="http://schemas.microsoft.com/office/drawing/2014/main" id="{AFEBE25F-FFFE-4B9D-94E7-7A69C7B0D747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346075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2" name="Текст 35">
            <a:extLst>
              <a:ext uri="{FF2B5EF4-FFF2-40B4-BE49-F238E27FC236}">
                <a16:creationId xmlns:a16="http://schemas.microsoft.com/office/drawing/2014/main" id="{3E63DE62-DFB7-44A9-A85D-B687FAE797DC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4832960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3" name="Текст 35">
            <a:extLst>
              <a:ext uri="{FF2B5EF4-FFF2-40B4-BE49-F238E27FC236}">
                <a16:creationId xmlns:a16="http://schemas.microsoft.com/office/drawing/2014/main" id="{65791B9B-D32F-4C66-AD0A-B1F3CB6B2B21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>
          <a:xfrm>
            <a:off x="4832960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4" name="Текст 35">
            <a:extLst>
              <a:ext uri="{FF2B5EF4-FFF2-40B4-BE49-F238E27FC236}">
                <a16:creationId xmlns:a16="http://schemas.microsoft.com/office/drawing/2014/main" id="{3052024B-27A5-4D0B-A7E7-5161FB0ED379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>
          <a:xfrm>
            <a:off x="9330862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5" name="Текст 35">
            <a:extLst>
              <a:ext uri="{FF2B5EF4-FFF2-40B4-BE49-F238E27FC236}">
                <a16:creationId xmlns:a16="http://schemas.microsoft.com/office/drawing/2014/main" id="{9DFC47B0-ECC1-49CE-99A3-DC05480669A7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9330862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6" name="Текст 35">
            <a:extLst>
              <a:ext uri="{FF2B5EF4-FFF2-40B4-BE49-F238E27FC236}">
                <a16:creationId xmlns:a16="http://schemas.microsoft.com/office/drawing/2014/main" id="{3B86BD35-3919-4E07-B138-AAF7CFF7DF02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2593517" y="4358152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7" name="Текст 35">
            <a:extLst>
              <a:ext uri="{FF2B5EF4-FFF2-40B4-BE49-F238E27FC236}">
                <a16:creationId xmlns:a16="http://schemas.microsoft.com/office/drawing/2014/main" id="{10D94F19-5929-4A71-8C96-769ED6DD0BAE}"/>
              </a:ext>
            </a:extLst>
          </p:cNvPr>
          <p:cNvSpPr>
            <a:spLocks noGrp="1"/>
          </p:cNvSpPr>
          <p:nvPr>
            <p:ph type="body" sz="quarter" idx="33"/>
          </p:nvPr>
        </p:nvSpPr>
        <p:spPr>
          <a:xfrm>
            <a:off x="2593517" y="4714154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8" name="Текст 35">
            <a:extLst>
              <a:ext uri="{FF2B5EF4-FFF2-40B4-BE49-F238E27FC236}">
                <a16:creationId xmlns:a16="http://schemas.microsoft.com/office/drawing/2014/main" id="{D84303F2-08F5-497F-BC9B-59F70995863F}"/>
              </a:ext>
            </a:extLst>
          </p:cNvPr>
          <p:cNvSpPr>
            <a:spLocks noGrp="1"/>
          </p:cNvSpPr>
          <p:nvPr>
            <p:ph type="body" sz="quarter" idx="34"/>
          </p:nvPr>
        </p:nvSpPr>
        <p:spPr>
          <a:xfrm>
            <a:off x="7080402" y="4358152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9" name="Текст 35">
            <a:extLst>
              <a:ext uri="{FF2B5EF4-FFF2-40B4-BE49-F238E27FC236}">
                <a16:creationId xmlns:a16="http://schemas.microsoft.com/office/drawing/2014/main" id="{EA5C32CD-4539-4313-8B67-943CB8F5EBD9}"/>
              </a:ext>
            </a:extLst>
          </p:cNvPr>
          <p:cNvSpPr>
            <a:spLocks noGrp="1"/>
          </p:cNvSpPr>
          <p:nvPr>
            <p:ph type="body" sz="quarter" idx="35"/>
          </p:nvPr>
        </p:nvSpPr>
        <p:spPr>
          <a:xfrm>
            <a:off x="7080402" y="4714154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4256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3559117993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роблема и реш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062B0DBE-B5A9-470E-85A9-7CC062D5339A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7650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130" name="Текст 35">
            <a:extLst>
              <a:ext uri="{FF2B5EF4-FFF2-40B4-BE49-F238E27FC236}">
                <a16:creationId xmlns:a16="http://schemas.microsoft.com/office/drawing/2014/main" id="{2FAEFDC9-8968-4F3D-8F8F-5591D6F30FE0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517027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ru-RU" dirty="0"/>
              <a:t>Описание проблемы </a:t>
            </a:r>
          </a:p>
        </p:txBody>
      </p:sp>
      <p:sp>
        <p:nvSpPr>
          <p:cNvPr id="152" name="Текст 35">
            <a:extLst>
              <a:ext uri="{FF2B5EF4-FFF2-40B4-BE49-F238E27FC236}">
                <a16:creationId xmlns:a16="http://schemas.microsoft.com/office/drawing/2014/main" id="{A7C77525-23F2-401E-A901-0374D8239BBC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4464542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ru-RU" dirty="0"/>
              <a:t>Примеры уже имеющихся способов решения данной проблемы</a:t>
            </a:r>
          </a:p>
        </p:txBody>
      </p:sp>
      <p:sp>
        <p:nvSpPr>
          <p:cNvPr id="153" name="Текст 35">
            <a:extLst>
              <a:ext uri="{FF2B5EF4-FFF2-40B4-BE49-F238E27FC236}">
                <a16:creationId xmlns:a16="http://schemas.microsoft.com/office/drawing/2014/main" id="{D2F4E226-3842-4532-A60F-4E8C02DAD6DC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8385481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ru-RU" dirty="0"/>
              <a:t>Ваше предложение решения данной проблемы</a:t>
            </a:r>
          </a:p>
        </p:txBody>
      </p:sp>
      <p:sp>
        <p:nvSpPr>
          <p:cNvPr id="189" name="Текст 35">
            <a:extLst>
              <a:ext uri="{FF2B5EF4-FFF2-40B4-BE49-F238E27FC236}">
                <a16:creationId xmlns:a16="http://schemas.microsoft.com/office/drawing/2014/main" id="{C44A233F-7BDF-4F40-844F-FC23B1912AA4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517027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Проблема</a:t>
            </a:r>
          </a:p>
        </p:txBody>
      </p:sp>
      <p:sp>
        <p:nvSpPr>
          <p:cNvPr id="190" name="Текст 35">
            <a:extLst>
              <a:ext uri="{FF2B5EF4-FFF2-40B4-BE49-F238E27FC236}">
                <a16:creationId xmlns:a16="http://schemas.microsoft.com/office/drawing/2014/main" id="{1683ED6E-2444-48B8-A78B-F1EBA53E21C2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4464542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Альтернативные решения</a:t>
            </a:r>
          </a:p>
        </p:txBody>
      </p:sp>
      <p:sp>
        <p:nvSpPr>
          <p:cNvPr id="191" name="Текст 35">
            <a:extLst>
              <a:ext uri="{FF2B5EF4-FFF2-40B4-BE49-F238E27FC236}">
                <a16:creationId xmlns:a16="http://schemas.microsoft.com/office/drawing/2014/main" id="{B788F042-DAFC-4B5A-B1AA-8ADEFAAA9801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8385481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Решение</a:t>
            </a:r>
          </a:p>
        </p:txBody>
      </p:sp>
    </p:spTree>
    <p:extLst>
      <p:ext uri="{BB962C8B-B14F-4D97-AF65-F5344CB8AC3E}">
        <p14:creationId xmlns:p14="http://schemas.microsoft.com/office/powerpoint/2010/main" val="875273806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Picture Placeholder 1">
            <a:extLst>
              <a:ext uri="{FF2B5EF4-FFF2-40B4-BE49-F238E27FC236}">
                <a16:creationId xmlns:a16="http://schemas.microsoft.com/office/drawing/2014/main" id="{F4BB4485-D5EB-48AD-A465-1B1299C88CD1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4162940" y="1264478"/>
            <a:ext cx="3866121" cy="2436377"/>
          </a:xfrm>
        </p:spPr>
      </p:sp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4D396B86-640F-4AD1-BBB2-E085B6CD8771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8340B20B-0618-415E-8908-3C85578C4D16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346075" y="4656083"/>
            <a:ext cx="3626835" cy="154469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90" name="Текст 7">
            <a:extLst>
              <a:ext uri="{FF2B5EF4-FFF2-40B4-BE49-F238E27FC236}">
                <a16:creationId xmlns:a16="http://schemas.microsoft.com/office/drawing/2014/main" id="{47A76FC9-6FDA-4102-9D33-F9766B07D3E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4240502" y="4656083"/>
            <a:ext cx="3626835" cy="154469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91" name="Текст 7">
            <a:extLst>
              <a:ext uri="{FF2B5EF4-FFF2-40B4-BE49-F238E27FC236}">
                <a16:creationId xmlns:a16="http://schemas.microsoft.com/office/drawing/2014/main" id="{7C8F4076-BB2C-4FA3-9BAD-5EF87B638D5F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8230203" y="4656083"/>
            <a:ext cx="3626835" cy="154469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</p:spTree>
    <p:extLst>
      <p:ext uri="{BB962C8B-B14F-4D97-AF65-F5344CB8AC3E}">
        <p14:creationId xmlns:p14="http://schemas.microsoft.com/office/powerpoint/2010/main" val="3469912038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93AF0E63-1EB1-47F5-B09E-CA3E5DE528F3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3289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8340B20B-0618-415E-8908-3C85578C4D16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1210643" y="4324451"/>
            <a:ext cx="4121687" cy="161226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90" name="Текст 7">
            <a:extLst>
              <a:ext uri="{FF2B5EF4-FFF2-40B4-BE49-F238E27FC236}">
                <a16:creationId xmlns:a16="http://schemas.microsoft.com/office/drawing/2014/main" id="{47A76FC9-6FDA-4102-9D33-F9766B07D3E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857950" y="4324451"/>
            <a:ext cx="4121687" cy="161226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9" name="Picture Placeholder 1">
            <a:extLst>
              <a:ext uri="{FF2B5EF4-FFF2-40B4-BE49-F238E27FC236}">
                <a16:creationId xmlns:a16="http://schemas.microsoft.com/office/drawing/2014/main" id="{F4BB4485-D5EB-48AD-A465-1B1299C88CD1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1210642" y="1577998"/>
            <a:ext cx="4121688" cy="2283975"/>
          </a:xfrm>
        </p:spPr>
      </p:sp>
      <p:sp>
        <p:nvSpPr>
          <p:cNvPr id="123" name="Picture Placeholder 1">
            <a:extLst>
              <a:ext uri="{FF2B5EF4-FFF2-40B4-BE49-F238E27FC236}">
                <a16:creationId xmlns:a16="http://schemas.microsoft.com/office/drawing/2014/main" id="{C7FB8BAF-17B6-40DC-9912-73B3494AC45E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6855540" y="1577998"/>
            <a:ext cx="4121688" cy="2283975"/>
          </a:xfrm>
        </p:spPr>
      </p:sp>
    </p:spTree>
    <p:extLst>
      <p:ext uri="{BB962C8B-B14F-4D97-AF65-F5344CB8AC3E}">
        <p14:creationId xmlns:p14="http://schemas.microsoft.com/office/powerpoint/2010/main" val="2282395395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Picture Placeholder 1">
            <a:extLst>
              <a:ext uri="{FF2B5EF4-FFF2-40B4-BE49-F238E27FC236}">
                <a16:creationId xmlns:a16="http://schemas.microsoft.com/office/drawing/2014/main" id="{2E6A2544-8689-48EB-9658-2D1DE4E48784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5009872" y="1235915"/>
            <a:ext cx="2172255" cy="4602697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30" name="Текст 35">
            <a:extLst>
              <a:ext uri="{FF2B5EF4-FFF2-40B4-BE49-F238E27FC236}">
                <a16:creationId xmlns:a16="http://schemas.microsoft.com/office/drawing/2014/main" id="{34F2EADD-49A3-44E7-AC8B-D07BF1B4F1A8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356349" y="1641283"/>
            <a:ext cx="3812931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6" name="Текст 35">
            <a:extLst>
              <a:ext uri="{FF2B5EF4-FFF2-40B4-BE49-F238E27FC236}">
                <a16:creationId xmlns:a16="http://schemas.microsoft.com/office/drawing/2014/main" id="{15551546-3EE0-4A54-9DEE-1E9FEBF43B2F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356349" y="2020820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7" name="Текст 35">
            <a:extLst>
              <a:ext uri="{FF2B5EF4-FFF2-40B4-BE49-F238E27FC236}">
                <a16:creationId xmlns:a16="http://schemas.microsoft.com/office/drawing/2014/main" id="{9D9ADB6F-AC53-4034-92EE-80435562B80A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8040021" y="1641283"/>
            <a:ext cx="3812931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20000"/>
                    <a:lumOff val="80000"/>
                  </a:schemeClr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8" name="Текст 35">
            <a:extLst>
              <a:ext uri="{FF2B5EF4-FFF2-40B4-BE49-F238E27FC236}">
                <a16:creationId xmlns:a16="http://schemas.microsoft.com/office/drawing/2014/main" id="{EAB22390-1508-4419-B1B3-375A734DF0EE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8040021" y="2020820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9" name="Текст 35">
            <a:extLst>
              <a:ext uri="{FF2B5EF4-FFF2-40B4-BE49-F238E27FC236}">
                <a16:creationId xmlns:a16="http://schemas.microsoft.com/office/drawing/2014/main" id="{FF699DD2-8E32-4C98-8444-90139EB2FDC6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356349" y="3864598"/>
            <a:ext cx="3812931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0" name="Текст 35">
            <a:extLst>
              <a:ext uri="{FF2B5EF4-FFF2-40B4-BE49-F238E27FC236}">
                <a16:creationId xmlns:a16="http://schemas.microsoft.com/office/drawing/2014/main" id="{6496F1D2-4B4B-412C-B228-1C27099F20D3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356349" y="4244135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1" name="Текст 35">
            <a:extLst>
              <a:ext uri="{FF2B5EF4-FFF2-40B4-BE49-F238E27FC236}">
                <a16:creationId xmlns:a16="http://schemas.microsoft.com/office/drawing/2014/main" id="{55E268D8-B309-4AA0-8E1B-30DF4A867252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8040021" y="3864598"/>
            <a:ext cx="3812931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2" name="Текст 35">
            <a:extLst>
              <a:ext uri="{FF2B5EF4-FFF2-40B4-BE49-F238E27FC236}">
                <a16:creationId xmlns:a16="http://schemas.microsoft.com/office/drawing/2014/main" id="{E6797EA4-A26A-41BA-A1AB-8E1F9B9574DE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8040021" y="4244135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cxnSp>
        <p:nvCxnSpPr>
          <p:cNvPr id="168" name="Google Shape;2799;p94">
            <a:extLst>
              <a:ext uri="{FF2B5EF4-FFF2-40B4-BE49-F238E27FC236}">
                <a16:creationId xmlns:a16="http://schemas.microsoft.com/office/drawing/2014/main" id="{FA0271FA-A51F-4387-9143-29364B78BFC3}"/>
              </a:ext>
            </a:extLst>
          </p:cNvPr>
          <p:cNvCxnSpPr>
            <a:cxnSpLocks/>
          </p:cNvCxnSpPr>
          <p:nvPr userDrawn="1"/>
        </p:nvCxnSpPr>
        <p:spPr>
          <a:xfrm>
            <a:off x="4244694" y="1870413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69" name="Google Shape;2799;p94">
            <a:extLst>
              <a:ext uri="{FF2B5EF4-FFF2-40B4-BE49-F238E27FC236}">
                <a16:creationId xmlns:a16="http://schemas.microsoft.com/office/drawing/2014/main" id="{83B50154-F03F-4297-B4A8-C77D1687B8DA}"/>
              </a:ext>
            </a:extLst>
          </p:cNvPr>
          <p:cNvCxnSpPr>
            <a:cxnSpLocks/>
          </p:cNvCxnSpPr>
          <p:nvPr userDrawn="1"/>
        </p:nvCxnSpPr>
        <p:spPr>
          <a:xfrm>
            <a:off x="4244694" y="4094630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70" name="Google Shape;2799;p94">
            <a:extLst>
              <a:ext uri="{FF2B5EF4-FFF2-40B4-BE49-F238E27FC236}">
                <a16:creationId xmlns:a16="http://schemas.microsoft.com/office/drawing/2014/main" id="{89D0D73E-B609-4208-BFA6-94ED3BC232A9}"/>
              </a:ext>
            </a:extLst>
          </p:cNvPr>
          <p:cNvCxnSpPr>
            <a:cxnSpLocks/>
          </p:cNvCxnSpPr>
          <p:nvPr userDrawn="1"/>
        </p:nvCxnSpPr>
        <p:spPr>
          <a:xfrm>
            <a:off x="7250583" y="1870413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5">
                <a:lumMod val="20000"/>
                <a:lumOff val="80000"/>
              </a:schemeClr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71" name="Google Shape;2799;p94">
            <a:extLst>
              <a:ext uri="{FF2B5EF4-FFF2-40B4-BE49-F238E27FC236}">
                <a16:creationId xmlns:a16="http://schemas.microsoft.com/office/drawing/2014/main" id="{1DD03E5E-FCF0-4EC5-BA97-518950F7A41C}"/>
              </a:ext>
            </a:extLst>
          </p:cNvPr>
          <p:cNvCxnSpPr>
            <a:cxnSpLocks/>
          </p:cNvCxnSpPr>
          <p:nvPr userDrawn="1"/>
        </p:nvCxnSpPr>
        <p:spPr>
          <a:xfrm>
            <a:off x="7250583" y="4094630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3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A19765B8-4F24-5E1F-432E-F592BFAF73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9" name="Дата 8">
            <a:extLst>
              <a:ext uri="{FF2B5EF4-FFF2-40B4-BE49-F238E27FC236}">
                <a16:creationId xmlns:a16="http://schemas.microsoft.com/office/drawing/2014/main" id="{E19B813A-8796-C89A-4669-BFA5CA98F24A}"/>
              </a:ext>
            </a:extLst>
          </p:cNvPr>
          <p:cNvSpPr>
            <a:spLocks noGrp="1"/>
          </p:cNvSpPr>
          <p:nvPr>
            <p:ph type="dt" sz="half" idx="28"/>
          </p:nvPr>
        </p:nvSpPr>
        <p:spPr/>
        <p:txBody>
          <a:bodyPr/>
          <a:lstStyle/>
          <a:p>
            <a:fld id="{9D490EE5-ED7D-46E8-8345-A78A0CB0F4A4}" type="datetime1">
              <a:rPr lang="ru-RU" smtClean="0"/>
              <a:t>14.09.2026</a:t>
            </a:fld>
            <a:endParaRPr lang="ru-RU"/>
          </a:p>
        </p:txBody>
      </p:sp>
      <p:sp>
        <p:nvSpPr>
          <p:cNvPr id="10" name="Нижний колонтитул 9">
            <a:extLst>
              <a:ext uri="{FF2B5EF4-FFF2-40B4-BE49-F238E27FC236}">
                <a16:creationId xmlns:a16="http://schemas.microsoft.com/office/drawing/2014/main" id="{2648A9B9-3888-6E59-EA1C-76276C4EE93D}"/>
              </a:ext>
            </a:extLst>
          </p:cNvPr>
          <p:cNvSpPr>
            <a:spLocks noGrp="1"/>
          </p:cNvSpPr>
          <p:nvPr>
            <p:ph type="ftr" sz="quarter" idx="29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11" name="Номер слайда 10">
            <a:extLst>
              <a:ext uri="{FF2B5EF4-FFF2-40B4-BE49-F238E27FC236}">
                <a16:creationId xmlns:a16="http://schemas.microsoft.com/office/drawing/2014/main" id="{0E2B1EF5-F5AA-C72A-5C4D-8EE372388A4E}"/>
              </a:ext>
            </a:extLst>
          </p:cNvPr>
          <p:cNvSpPr>
            <a:spLocks noGrp="1"/>
          </p:cNvSpPr>
          <p:nvPr>
            <p:ph type="sldNum" sz="quarter" idx="30"/>
          </p:nvPr>
        </p:nvSpPr>
        <p:spPr/>
        <p:txBody>
          <a:bodyPr/>
          <a:lstStyle/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246419723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Picture Placeholder 1">
            <a:extLst>
              <a:ext uri="{FF2B5EF4-FFF2-40B4-BE49-F238E27FC236}">
                <a16:creationId xmlns:a16="http://schemas.microsoft.com/office/drawing/2014/main" id="{2E6A2544-8689-48EB-9658-2D1DE4E48784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1001460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75" name="Picture Placeholder 1">
            <a:extLst>
              <a:ext uri="{FF2B5EF4-FFF2-40B4-BE49-F238E27FC236}">
                <a16:creationId xmlns:a16="http://schemas.microsoft.com/office/drawing/2014/main" id="{5F8A3887-CB84-43EA-BFC4-CD93F421C5F2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3831097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02" name="Picture Placeholder 1">
            <a:extLst>
              <a:ext uri="{FF2B5EF4-FFF2-40B4-BE49-F238E27FC236}">
                <a16:creationId xmlns:a16="http://schemas.microsoft.com/office/drawing/2014/main" id="{E009EEBC-6069-4389-9953-A05FCC07FDF9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660734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71" name="Picture Placeholder 1">
            <a:extLst>
              <a:ext uri="{FF2B5EF4-FFF2-40B4-BE49-F238E27FC236}">
                <a16:creationId xmlns:a16="http://schemas.microsoft.com/office/drawing/2014/main" id="{16E9D3D5-A966-4770-89F5-48C9F92735FE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9490368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DC8C16AD-D907-4463-BE30-FCBB33ACAE3F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97" name="Текст 7">
            <a:extLst>
              <a:ext uri="{FF2B5EF4-FFF2-40B4-BE49-F238E27FC236}">
                <a16:creationId xmlns:a16="http://schemas.microsoft.com/office/drawing/2014/main" id="{B3D45624-8EA3-4B52-B030-A364BB470CC4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346076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198" name="Текст 7">
            <a:extLst>
              <a:ext uri="{FF2B5EF4-FFF2-40B4-BE49-F238E27FC236}">
                <a16:creationId xmlns:a16="http://schemas.microsoft.com/office/drawing/2014/main" id="{CA86BD45-703D-484A-9D4A-1FEA90A4808F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3269562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199" name="Текст 7">
            <a:extLst>
              <a:ext uri="{FF2B5EF4-FFF2-40B4-BE49-F238E27FC236}">
                <a16:creationId xmlns:a16="http://schemas.microsoft.com/office/drawing/2014/main" id="{0FE3D94F-B533-4C0D-9E9B-72F06706305C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6193048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200" name="Текст 7">
            <a:extLst>
              <a:ext uri="{FF2B5EF4-FFF2-40B4-BE49-F238E27FC236}">
                <a16:creationId xmlns:a16="http://schemas.microsoft.com/office/drawing/2014/main" id="{0C4A1F6E-BDC1-410D-A748-7E90C2221ED1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9116535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008DEFE-D4AF-4461-AEAA-AABBFA1473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3218645854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Пусто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17695031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theme" Target="../theme/theme1.xml"/><Relationship Id="rId25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5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2BCE23A-38F1-44E4-8D99-E9CD24A3AF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36EAD268-7E0C-4473-BF2C-A75921B98BC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15392" y="1016177"/>
            <a:ext cx="11561229" cy="51607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D905FB47-C828-44E8-81A6-7D70F28691C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9D490EE5-ED7D-46E8-8345-A78A0CB0F4A4}" type="datetime1">
              <a:rPr lang="ru-RU" smtClean="0"/>
              <a:t>14.09.2026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738C8EAA-BD95-4729-8C84-AB6D45F44AA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5" name="Номер слайда 5">
            <a:extLst>
              <a:ext uri="{FF2B5EF4-FFF2-40B4-BE49-F238E27FC236}">
                <a16:creationId xmlns:a16="http://schemas.microsoft.com/office/drawing/2014/main" id="{797EBB71-A16C-4900-8120-78386F05C8E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4261527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704" r:id="rId2"/>
    <p:sldLayoutId id="2147483694" r:id="rId3"/>
    <p:sldLayoutId id="2147483688" r:id="rId4"/>
    <p:sldLayoutId id="2147483662" r:id="rId5"/>
    <p:sldLayoutId id="2147483663" r:id="rId6"/>
    <p:sldLayoutId id="2147483664" r:id="rId7"/>
    <p:sldLayoutId id="2147483666" r:id="rId8"/>
    <p:sldLayoutId id="2147483667" r:id="rId9"/>
    <p:sldLayoutId id="2147483668" r:id="rId10"/>
    <p:sldLayoutId id="2147483689" r:id="rId11"/>
    <p:sldLayoutId id="2147483690" r:id="rId12"/>
    <p:sldLayoutId id="2147483702" r:id="rId13"/>
    <p:sldLayoutId id="2147483691" r:id="rId14"/>
    <p:sldLayoutId id="2147483692" r:id="rId15"/>
    <p:sldLayoutId id="2147483693" r:id="rId16"/>
    <p:sldLayoutId id="2147483696" r:id="rId17"/>
    <p:sldLayoutId id="2147483697" r:id="rId18"/>
    <p:sldLayoutId id="2147483698" r:id="rId19"/>
    <p:sldLayoutId id="2147483699" r:id="rId20"/>
    <p:sldLayoutId id="2147483700" r:id="rId21"/>
    <p:sldLayoutId id="2147483701" r:id="rId22"/>
    <p:sldLayoutId id="2147483703" r:id="rId23"/>
  </p:sldLayoutIdLst>
  <p:hf hdr="0" ftr="0" dt="0"/>
  <p:txStyles>
    <p:titleStyle>
      <a:lvl1pPr algn="l" defTabSz="578755" rtl="0" eaLnBrk="1" latinLnBrk="0" hangingPunct="1">
        <a:lnSpc>
          <a:spcPct val="90000"/>
        </a:lnSpc>
        <a:spcBef>
          <a:spcPct val="0"/>
        </a:spcBef>
        <a:buNone/>
        <a:defRPr sz="1997" b="1" kern="1200">
          <a:solidFill>
            <a:schemeClr val="bg1">
              <a:lumMod val="95000"/>
            </a:schemeClr>
          </a:solidFill>
          <a:latin typeface="+mj-lt"/>
          <a:ea typeface="+mj-ea"/>
          <a:cs typeface="Amatic SC" panose="00000500000000000000" pitchFamily="2" charset="-79"/>
        </a:defRPr>
      </a:lvl1pPr>
    </p:titleStyle>
    <p:bodyStyle>
      <a:lvl1pPr marL="144688" indent="-144688" algn="l" defTabSz="578755" rtl="0" eaLnBrk="1" latinLnBrk="0" hangingPunct="1">
        <a:lnSpc>
          <a:spcPct val="90000"/>
        </a:lnSpc>
        <a:spcBef>
          <a:spcPts val="631"/>
        </a:spcBef>
        <a:buFont typeface="Arial" panose="020B0604020202020204" pitchFamily="34" charset="0"/>
        <a:buChar char="•"/>
        <a:defRPr sz="1452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1pPr>
      <a:lvl2pPr marL="434067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271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2pPr>
      <a:lvl3pPr marL="723445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997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3pPr>
      <a:lvl4pPr marL="1012822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907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4pPr>
      <a:lvl5pPr marL="1302200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907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5pPr>
      <a:lvl6pPr marL="1591576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6pPr>
      <a:lvl7pPr marL="1880955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7pPr>
      <a:lvl8pPr marL="2170334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8pPr>
      <a:lvl9pPr marL="2459712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1pPr>
      <a:lvl2pPr marL="289378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2pPr>
      <a:lvl3pPr marL="578755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3pPr>
      <a:lvl4pPr marL="868132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4pPr>
      <a:lvl5pPr marL="1157510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5pPr>
      <a:lvl6pPr marL="1446887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6pPr>
      <a:lvl7pPr marL="1736266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7pPr>
      <a:lvl8pPr marL="2025644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8pPr>
      <a:lvl9pPr marL="2315021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9" orient="horz" pos="4156">
          <p15:clr>
            <a:srgbClr val="F26B43"/>
          </p15:clr>
        </p15:guide>
        <p15:guide id="20" orient="horz" pos="482">
          <p15:clr>
            <a:srgbClr val="F26B43"/>
          </p15:clr>
        </p15:guide>
        <p15:guide id="21" pos="218">
          <p15:clr>
            <a:srgbClr val="F26B43"/>
          </p15:clr>
        </p15:guide>
        <p15:guide id="22" pos="7469">
          <p15:clr>
            <a:srgbClr val="F26B43"/>
          </p15:clr>
        </p15:guide>
        <p15:guide id="23" orient="horz" pos="249">
          <p15:clr>
            <a:srgbClr val="F26B43"/>
          </p15:clr>
        </p15:guide>
        <p15:guide id="24" orient="horz" pos="4042">
          <p15:clr>
            <a:srgbClr val="F26B43"/>
          </p15:clr>
        </p15:guide>
        <p15:guide id="25" orient="horz" pos="3906">
          <p15:clr>
            <a:srgbClr val="F26B43"/>
          </p15:clr>
        </p15:guide>
        <p15:guide id="26" orient="horz" pos="640">
          <p15:clr>
            <a:srgbClr val="F26B43"/>
          </p15:clr>
        </p15:guide>
        <p15:guide id="27" pos="3840">
          <p15:clr>
            <a:srgbClr val="F26B43"/>
          </p15:clr>
        </p15:guide>
      </p15:sldGuideLst>
    </p:ext>
  </p:extLst>
</p:sldMaster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5.png"/><Relationship Id="rId3" Type="http://schemas.openxmlformats.org/officeDocument/2006/relationships/notesSlide" Target="../notesSlides/notesSlide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5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826.jpg"/><Relationship Id="rId5" Type="http://schemas.openxmlformats.org/officeDocument/2006/relationships/image" Target="../media/image827.jpg"/><Relationship Id="rId6" Type="http://schemas.openxmlformats.org/officeDocument/2006/relationships/image" Target="../media/image828.jpg"/><Relationship Id="rId7" Type="http://schemas.openxmlformats.org/officeDocument/2006/relationships/image" Target="../media/image829.jpg"/><Relationship Id="rId8" Type="http://schemas.openxmlformats.org/officeDocument/2006/relationships/image" Target="../media/image830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3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6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1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30.png"/><Relationship Id="rId3" Type="http://schemas.openxmlformats.org/officeDocument/2006/relationships/notesSlide" Target="../notesSlides/notesSlide1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8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0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9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0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0.xml"/></Relationships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2">
            <a:extLst>
              <a:ext uri="{FF2B5EF4-FFF2-40B4-BE49-F238E27FC236}">
                <a16:creationId xmlns:a16="http://schemas.microsoft.com/office/drawing/2014/main" id="{2FA84A33-0C72-0932-80BA-8E3874357B7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" y="3894513"/>
            <a:ext cx="6271845" cy="1706743"/>
          </a:xfrm>
        </p:spPr>
        <p:txBody>
          <a:bodyPr/>
          <a:lstStyle/>
          <a:p>
            <a:pPr marL="268288" indent="0"/>
            <a:r>
              <a:rPr lang="ru-RU"/>
              <a:t>RESPONDERS ACADEMY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37079B28-9FB8-672E-DD52-FA978EC4A21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0" y="5659501"/>
            <a:ext cx="8930641" cy="757174"/>
          </a:xfrm>
        </p:spPr>
        <p:txBody>
          <a:bodyPr anchor="ctr"/>
          <a:lstStyle/>
          <a:p>
            <a:pPr indent="0" marL="0">
              <a:buNone/>
            </a:pPr>
            <a:r>
              <a:rPr lang="ru-RU" sz="1800"/>
              <a:t>Тренажёр АРМ-112 для диспетчеров ДДС Москвы</a:t>
            </a:r>
          </a:p>
          <a:p>
            <a:pPr indent="0" marL="0">
              <a:buNone/>
            </a:pPr>
            <a:r>
              <a:rPr lang="ru-RU" sz="1800"/>
              <a:t>Команда MISIS&amp;MR.DRUN  ·  задача № 9</a:t>
            </a:r>
          </a:p>
        </p:txBody>
      </p:sp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42AA0FBE-CF0A-64AF-80E8-EF1996F56DB8}"/>
              </a:ext>
            </a:extLst>
          </p:cNvPr>
          <p:cNvSpPr/>
          <p:nvPr/>
        </p:nvSpPr>
        <p:spPr>
          <a:xfrm>
            <a:off x="-296709" y="-313993"/>
            <a:ext cx="6125156" cy="2285622"/>
          </a:xfrm>
          <a:prstGeom prst="roundRect">
            <a:avLst>
              <a:gd name="adj" fmla="val 9821"/>
            </a:avLst>
          </a:prstGeom>
          <a:noFill/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5186" y="466961"/>
            <a:ext cx="4754880" cy="7242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8066604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13BA75DB-8EAE-769C-2B17-FF7CD6EEF6C6}"/>
              </a:ext>
            </a:extLst>
          </p:cNvPr>
          <p:cNvSpPr/>
          <p:nvPr/>
        </p:nvSpPr>
        <p:spPr>
          <a:xfrm>
            <a:off x="0" y="2971800"/>
            <a:ext cx="6456363" cy="3886200"/>
          </a:xfrm>
          <a:prstGeom prst="rect">
            <a:avLst/>
          </a:prstGeom>
          <a:solidFill>
            <a:srgbClr val="DCCEE4">
              <a:alpha val="49804"/>
            </a:srgb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dirty="0"/>
          </a:p>
        </p:txBody>
      </p:sp>
      <p:sp>
        <p:nvSpPr>
          <p:cNvPr id="2" name="Рисунок 1">
            <a:extLst>
              <a:ext uri="{FF2B5EF4-FFF2-40B4-BE49-F238E27FC236}">
                <a16:creationId xmlns:a16="http://schemas.microsoft.com/office/drawing/2014/main" id="{C7F1B208-7478-7BDA-1FDE-22C1555254C4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335267"/>
            <a:ext cx="6456363" cy="2971784"/>
          </a:xfrm>
        </p:spPr>
      </p:sp>
      <p:sp>
        <p:nvSpPr>
          <p:cNvPr id="6" name="Текст 8">
            <a:extLst>
              <a:ext uri="{FF2B5EF4-FFF2-40B4-BE49-F238E27FC236}">
                <a16:creationId xmlns:a16="http://schemas.microsoft.com/office/drawing/2014/main" id="{32D7670A-4313-AE7C-DDA9-134ADC224C94}"/>
              </a:ext>
            </a:extLst>
          </p:cNvPr>
          <p:cNvSpPr txBox="1">
            <a:spLocks/>
          </p:cNvSpPr>
          <p:nvPr/>
        </p:nvSpPr>
        <p:spPr>
          <a:xfrm>
            <a:off x="6819904" y="2303118"/>
            <a:ext cx="4945564" cy="668667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sz="1600" b="1" dirty="0">
                <a:solidFill>
                  <a:schemeClr val="accent5"/>
                </a:solidFill>
              </a:rPr>
              <a:t>Краткое описание решения:</a:t>
            </a:r>
          </a:p>
        </p:txBody>
      </p:sp>
      <p:sp>
        <p:nvSpPr>
          <p:cNvPr id="8" name="Текст 8">
            <a:extLst>
              <a:ext uri="{FF2B5EF4-FFF2-40B4-BE49-F238E27FC236}">
                <a16:creationId xmlns:a16="http://schemas.microsoft.com/office/drawing/2014/main" id="{D8A04531-793D-BF7A-34F3-615C18C06BA5}"/>
              </a:ext>
            </a:extLst>
          </p:cNvPr>
          <p:cNvSpPr txBox="1">
            <a:spLocks/>
          </p:cNvSpPr>
          <p:nvPr/>
        </p:nvSpPr>
        <p:spPr>
          <a:xfrm>
            <a:off x="6836606" y="4846320"/>
            <a:ext cx="4945565" cy="146304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Font typeface="Wingdings" pitchFamily="2" charset="2"/>
              <a:buNone/>
            </a:pPr>
            <a:r>
              <a:rPr lang="ru-RU" dirty="0" sz="1300">
                <a:solidFill>
                  <a:schemeClr val="tx1"/>
                </a:solidFill>
              </a:rPr>
              <a:t>Интерфейс 1:1 с боевым АРМ-112</a:t>
            </a:r>
          </a:p>
          <a:p>
            <a:pPr marL="0" indent="0">
              <a:lnSpc>
                <a:spcPct val="100000"/>
              </a:lnSpc>
              <a:buFont typeface="Wingdings" pitchFamily="2" charset="2"/>
              <a:buNone/>
            </a:pPr>
            <a:r>
              <a:rPr lang="ru-RU" dirty="0" sz="1300">
                <a:solidFill>
                  <a:schemeClr val="tx1"/>
                </a:solidFill>
              </a:rPr>
              <a:t>ИИ работает локально: без интернета и видеокарты</a:t>
            </a:r>
          </a:p>
          <a:p>
            <a:pPr marL="0" indent="0">
              <a:lnSpc>
                <a:spcPct val="100000"/>
              </a:lnSpc>
              <a:buFont typeface="Wingdings" pitchFamily="2" charset="2"/>
              <a:buNone/>
            </a:pPr>
            <a:r>
              <a:rPr lang="ru-RU" dirty="0" sz="1300">
                <a:solidFill>
                  <a:schemeClr val="tx1"/>
                </a:solidFill>
              </a:rPr>
              <a:t>Карта ошибок группы для преподавателя</a:t>
            </a:r>
          </a:p>
        </p:txBody>
      </p:sp>
      <p:sp>
        <p:nvSpPr>
          <p:cNvPr id="14" name="Текст 8">
            <a:extLst>
              <a:ext uri="{FF2B5EF4-FFF2-40B4-BE49-F238E27FC236}">
                <a16:creationId xmlns:a16="http://schemas.microsoft.com/office/drawing/2014/main" id="{A66B04C6-E9BA-5BA2-7A5C-84468D491C57}"/>
              </a:ext>
            </a:extLst>
          </p:cNvPr>
          <p:cNvSpPr txBox="1">
            <a:spLocks/>
          </p:cNvSpPr>
          <p:nvPr/>
        </p:nvSpPr>
        <p:spPr>
          <a:xfrm>
            <a:off x="334962" y="3883009"/>
            <a:ext cx="5629858" cy="2399033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b="1" dirty="0" sz="1300">
                <a:solidFill>
                  <a:schemeClr val="tx1"/>
                </a:solidFill>
              </a:rPr>
              <a:t>Команда: </a:t>
            </a:r>
            <a:r>
              <a:rPr lang="ru-RU" dirty="0" sz="1300">
                <a:solidFill>
                  <a:schemeClr val="tx1"/>
                </a:solidFill>
              </a:rPr>
              <a:t>MISIS&amp;MR.DRUN</a:t>
            </a:r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b="1" dirty="0" sz="1300">
                <a:solidFill>
                  <a:schemeClr val="tx1"/>
                </a:solidFill>
              </a:rPr>
              <a:t>Капитан: </a:t>
            </a:r>
            <a:r>
              <a:rPr lang="ru-RU" dirty="0" sz="1300">
                <a:solidFill>
                  <a:schemeClr val="tx1"/>
                </a:solidFill>
              </a:rPr>
              <a:t>Алексеев Всеволод, full stack и AI engineer</a:t>
            </a:r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b="1" dirty="0" sz="1300">
                <a:solidFill>
                  <a:schemeClr val="tx1"/>
                </a:solidFill>
              </a:rPr>
              <a:t>Участников: </a:t>
            </a:r>
            <a:r>
              <a:rPr lang="ru-RU" dirty="0" sz="1300">
                <a:solidFill>
                  <a:schemeClr val="tx1"/>
                </a:solidFill>
              </a:rPr>
              <a:t>5 человек</a:t>
            </a:r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b="1" dirty="0" sz="1300">
                <a:solidFill>
                  <a:schemeClr val="tx1"/>
                </a:solidFill>
              </a:rPr>
              <a:t>Кто мы: </a:t>
            </a:r>
            <a:r>
              <a:rPr lang="ru-RU" dirty="0" sz="1300">
                <a:solidFill>
                  <a:schemeClr val="tx1"/>
                </a:solidFill>
              </a:rPr>
              <a:t>активные и амбициозные, собрались по знакомству, работаем на одной волне</a:t>
            </a:r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b="1" dirty="0" sz="1300">
                <a:solidFill>
                  <a:schemeClr val="tx1"/>
                </a:solidFill>
              </a:rPr>
              <a:t>Учёба: </a:t>
            </a:r>
            <a:r>
              <a:rPr lang="ru-RU" dirty="0" sz="1300">
                <a:solidFill>
                  <a:schemeClr val="tx1"/>
                </a:solidFill>
              </a:rPr>
              <a:t>НИТУ МИСИС, Физтех-лицей им. Капицы</a:t>
            </a:r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b="1" dirty="0" sz="1300">
                <a:solidFill>
                  <a:schemeClr val="tx1"/>
                </a:solidFill>
              </a:rPr>
              <a:t>Город: </a:t>
            </a:r>
            <a:r>
              <a:rPr lang="ru-RU" dirty="0" sz="1300">
                <a:solidFill>
                  <a:schemeClr val="tx1"/>
                </a:solidFill>
              </a:rPr>
              <a:t>Москва</a:t>
            </a:r>
          </a:p>
        </p:txBody>
      </p:sp>
      <p:sp>
        <p:nvSpPr>
          <p:cNvPr id="15" name="Текст 8">
            <a:extLst>
              <a:ext uri="{FF2B5EF4-FFF2-40B4-BE49-F238E27FC236}">
                <a16:creationId xmlns:a16="http://schemas.microsoft.com/office/drawing/2014/main" id="{835E7A1E-FFEA-1C2F-65E6-56769FEFB842}"/>
              </a:ext>
            </a:extLst>
          </p:cNvPr>
          <p:cNvSpPr txBox="1">
            <a:spLocks/>
          </p:cNvSpPr>
          <p:nvPr/>
        </p:nvSpPr>
        <p:spPr>
          <a:xfrm>
            <a:off x="334962" y="3484785"/>
            <a:ext cx="2990173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sz="1600" b="1" dirty="0">
                <a:solidFill>
                  <a:schemeClr val="accent5"/>
                </a:solidFill>
              </a:rPr>
              <a:t>О команде</a:t>
            </a:r>
          </a:p>
        </p:txBody>
      </p:sp>
      <p:sp>
        <p:nvSpPr>
          <p:cNvPr id="18" name="Заголовок 6">
            <a:extLst>
              <a:ext uri="{FF2B5EF4-FFF2-40B4-BE49-F238E27FC236}">
                <a16:creationId xmlns:a16="http://schemas.microsoft.com/office/drawing/2014/main" id="{7CB04CCE-DD7B-2901-A280-8E4E079451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19903" y="1039236"/>
            <a:ext cx="3636703" cy="1015128"/>
          </a:xfrm>
        </p:spPr>
        <p:txBody>
          <a:bodyPr/>
          <a:lstStyle/>
          <a:p>
            <a:r>
              <a:rPr lang="ru-RU" b="1" sz="2800">
                <a:solidFill>
                  <a:schemeClr val="accent5"/>
                </a:solidFill>
              </a:rPr>
              <a:t>О РЕШЕНИИ</a:t>
            </a:r>
          </a:p>
        </p:txBody>
      </p:sp>
      <p:cxnSp>
        <p:nvCxnSpPr>
          <p:cNvPr id="7" name="Прямая соединительная линия 6">
            <a:extLst>
              <a:ext uri="{FF2B5EF4-FFF2-40B4-BE49-F238E27FC236}">
                <a16:creationId xmlns:a16="http://schemas.microsoft.com/office/drawing/2014/main" id="{7C7CCC6C-58F8-0E63-53E4-87AE6D59DD62}"/>
              </a:ext>
            </a:extLst>
          </p:cNvPr>
          <p:cNvCxnSpPr>
            <a:cxnSpLocks/>
          </p:cNvCxnSpPr>
          <p:nvPr/>
        </p:nvCxnSpPr>
        <p:spPr>
          <a:xfrm>
            <a:off x="6880774" y="2240031"/>
            <a:ext cx="4884824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6" name="Прямая соединительная линия 15">
            <a:extLst>
              <a:ext uri="{FF2B5EF4-FFF2-40B4-BE49-F238E27FC236}">
                <a16:creationId xmlns:a16="http://schemas.microsoft.com/office/drawing/2014/main" id="{1B3B23E2-26F4-92D2-2DA4-7A9B6B8237E1}"/>
              </a:ext>
            </a:extLst>
          </p:cNvPr>
          <p:cNvCxnSpPr>
            <a:cxnSpLocks/>
          </p:cNvCxnSpPr>
          <p:nvPr/>
        </p:nvCxnSpPr>
        <p:spPr>
          <a:xfrm>
            <a:off x="6897347" y="4437879"/>
            <a:ext cx="4884824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7" name="Прямая соединительная линия 16">
            <a:extLst>
              <a:ext uri="{FF2B5EF4-FFF2-40B4-BE49-F238E27FC236}">
                <a16:creationId xmlns:a16="http://schemas.microsoft.com/office/drawing/2014/main" id="{0C8347DC-DEA9-7C56-5C73-FA89FB55D49D}"/>
              </a:ext>
            </a:extLst>
          </p:cNvPr>
          <p:cNvCxnSpPr>
            <a:cxnSpLocks/>
          </p:cNvCxnSpPr>
          <p:nvPr/>
        </p:nvCxnSpPr>
        <p:spPr>
          <a:xfrm>
            <a:off x="395833" y="3448639"/>
            <a:ext cx="5700167" cy="0"/>
          </a:xfrm>
          <a:prstGeom prst="line">
            <a:avLst/>
          </a:prstGeom>
          <a:ln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4" name="Текст 8">
            <a:extLst>
              <a:ext uri="{FF2B5EF4-FFF2-40B4-BE49-F238E27FC236}">
                <a16:creationId xmlns:a16="http://schemas.microsoft.com/office/drawing/2014/main" id="{D556F1CE-69ED-AE0F-D388-9032B66CC535}"/>
              </a:ext>
            </a:extLst>
          </p:cNvPr>
          <p:cNvSpPr txBox="1">
            <a:spLocks/>
          </p:cNvSpPr>
          <p:nvPr/>
        </p:nvSpPr>
        <p:spPr>
          <a:xfrm>
            <a:off x="6819904" y="4541737"/>
            <a:ext cx="4945564" cy="668667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sz="1600" b="1" dirty="0">
                <a:solidFill>
                  <a:schemeClr val="accent5"/>
                </a:solidFill>
              </a:rPr>
              <a:t>Уникальность решения:</a:t>
            </a:r>
          </a:p>
        </p:txBody>
      </p:sp>
      <p:sp>
        <p:nvSpPr>
          <p:cNvPr id="5" name="Текст 8">
            <a:extLst>
              <a:ext uri="{FF2B5EF4-FFF2-40B4-BE49-F238E27FC236}">
                <a16:creationId xmlns:a16="http://schemas.microsoft.com/office/drawing/2014/main" id="{6811D897-A2AE-AA09-747E-1B90C43B5420}"/>
              </a:ext>
            </a:extLst>
          </p:cNvPr>
          <p:cNvSpPr txBox="1">
            <a:spLocks/>
          </p:cNvSpPr>
          <p:nvPr/>
        </p:nvSpPr>
        <p:spPr>
          <a:xfrm>
            <a:off x="6808027" y="2619903"/>
            <a:ext cx="4945565" cy="89003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Font typeface="Wingdings" pitchFamily="2" charset="2"/>
              <a:buNone/>
            </a:pPr>
            <a:r>
              <a:rPr lang="ru-RU" dirty="0" sz="1300">
                <a:solidFill>
                  <a:schemeClr val="tx1"/>
                </a:solidFill>
              </a:rPr>
              <a:t>Учебный эмулятор АРМ-112: преподаватель настраивает занятие, диспетчер отрабатывает карточки, группа получает отчёт и карту ошибок.</a:t>
            </a:r>
          </a:p>
        </p:txBody>
      </p:sp>
      <p:sp>
        <p:nvSpPr>
          <p:cNvPr id="10" name="Номер слайда 35">
            <a:extLst>
              <a:ext uri="{FF2B5EF4-FFF2-40B4-BE49-F238E27FC236}">
                <a16:creationId xmlns:a16="http://schemas.microsoft.com/office/drawing/2014/main" id="{75D9ACE7-3A6B-03B3-9BA4-502350CBAA74}"/>
              </a:ext>
            </a:extLst>
          </p:cNvPr>
          <p:cNvSpPr txBox="1">
            <a:spLocks/>
          </p:cNvSpPr>
          <p:nvPr/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/>
          <a:lstStyle>
            <a:defPPr>
              <a:defRPr lang="ru-RU"/>
            </a:defPPr>
            <a:lvl1pPr marL="0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110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220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329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439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5549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2658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199765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6877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52DCC5B9-D646-4B76-891F-6FF4E74E9CB4}" type="slidenum">
              <a:rPr lang="ru-RU" sz="1200" smtClean="0">
                <a:solidFill>
                  <a:schemeClr val="accent5"/>
                </a:solidFill>
              </a:rPr>
              <a:pPr algn="ctr"/>
              <a:t>8</a:t>
            </a:fld>
            <a:endParaRPr lang="ru-RU" sz="1200" dirty="0">
              <a:solidFill>
                <a:schemeClr val="accent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3977894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9AC977F-019F-1EBC-A1EC-CEAA645B59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Скругленный прямоугольник 55">
            <a:extLst>
              <a:ext uri="{FF2B5EF4-FFF2-40B4-BE49-F238E27FC236}">
                <a16:creationId xmlns:a16="http://schemas.microsoft.com/office/drawing/2014/main" id="{635392F3-78F4-5585-E25E-CDBEA7E9F10C}"/>
              </a:ext>
            </a:extLst>
          </p:cNvPr>
          <p:cNvSpPr/>
          <p:nvPr/>
        </p:nvSpPr>
        <p:spPr>
          <a:xfrm>
            <a:off x="2651394" y="1522006"/>
            <a:ext cx="2192713" cy="4834352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57" name="Текст 8">
            <a:extLst>
              <a:ext uri="{FF2B5EF4-FFF2-40B4-BE49-F238E27FC236}">
                <a16:creationId xmlns:a16="http://schemas.microsoft.com/office/drawing/2014/main" id="{9398668D-F141-1433-7B1B-1518BC470E30}"/>
              </a:ext>
            </a:extLst>
          </p:cNvPr>
          <p:cNvSpPr txBox="1">
            <a:spLocks/>
          </p:cNvSpPr>
          <p:nvPr/>
        </p:nvSpPr>
        <p:spPr>
          <a:xfrm>
            <a:off x="2823678" y="4250028"/>
            <a:ext cx="1894354" cy="16246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100">
                <a:solidFill>
                  <a:schemeClr val="tx1"/>
                </a:solidFill>
              </a:rPr>
              <a:t>Backend и ML engineer</a:t>
            </a:r>
          </a:p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100">
                <a:solidFill>
                  <a:schemeClr val="tx1"/>
                </a:solidFill>
              </a:rPr>
              <a:t>@sbnmklop</a:t>
            </a:r>
          </a:p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100">
                <a:solidFill>
                  <a:schemeClr val="tx1"/>
                </a:solidFill>
              </a:rPr>
              <a:t>+7 917 274-75-17</a:t>
            </a:r>
          </a:p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100">
                <a:solidFill>
                  <a:schemeClr val="tx1"/>
                </a:solidFill>
              </a:rPr>
              <a:t>НИТУ МИСИС</a:t>
            </a:r>
          </a:p>
        </p:txBody>
      </p:sp>
      <p:sp>
        <p:nvSpPr>
          <p:cNvPr id="58" name="Текст 8">
            <a:extLst>
              <a:ext uri="{FF2B5EF4-FFF2-40B4-BE49-F238E27FC236}">
                <a16:creationId xmlns:a16="http://schemas.microsoft.com/office/drawing/2014/main" id="{8D1E397B-73F6-7777-9CD1-12E43986247F}"/>
              </a:ext>
            </a:extLst>
          </p:cNvPr>
          <p:cNvSpPr txBox="1">
            <a:spLocks/>
          </p:cNvSpPr>
          <p:nvPr/>
        </p:nvSpPr>
        <p:spPr>
          <a:xfrm>
            <a:off x="2823677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sz="1300" dirty="0">
                <a:solidFill>
                  <a:schemeClr val="accent5"/>
                </a:solidFill>
              </a:rPr>
              <a:t>Хасянов Амир</a:t>
            </a:r>
          </a:p>
        </p:txBody>
      </p:sp>
      <p:sp>
        <p:nvSpPr>
          <p:cNvPr id="59" name="Скругленный прямоугольник 58">
            <a:extLst>
              <a:ext uri="{FF2B5EF4-FFF2-40B4-BE49-F238E27FC236}">
                <a16:creationId xmlns:a16="http://schemas.microsoft.com/office/drawing/2014/main" id="{0F406257-4D6A-D88A-21D7-91882F262CF5}"/>
              </a:ext>
            </a:extLst>
          </p:cNvPr>
          <p:cNvSpPr/>
          <p:nvPr/>
        </p:nvSpPr>
        <p:spPr>
          <a:xfrm>
            <a:off x="4956712" y="1522006"/>
            <a:ext cx="2192713" cy="4834352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60" name="Текст 8">
            <a:extLst>
              <a:ext uri="{FF2B5EF4-FFF2-40B4-BE49-F238E27FC236}">
                <a16:creationId xmlns:a16="http://schemas.microsoft.com/office/drawing/2014/main" id="{44C1868D-BA5E-04C0-2882-2494450EF9D6}"/>
              </a:ext>
            </a:extLst>
          </p:cNvPr>
          <p:cNvSpPr txBox="1">
            <a:spLocks/>
          </p:cNvSpPr>
          <p:nvPr/>
        </p:nvSpPr>
        <p:spPr>
          <a:xfrm>
            <a:off x="5128996" y="4250028"/>
            <a:ext cx="1894354" cy="16246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100">
                <a:solidFill>
                  <a:schemeClr val="tx1"/>
                </a:solidFill>
              </a:rPr>
              <a:t>Full stack и аналитик</a:t>
            </a:r>
          </a:p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100">
                <a:solidFill>
                  <a:schemeClr val="tx1"/>
                </a:solidFill>
              </a:rPr>
              <a:t>@aleksander8_0</a:t>
            </a:r>
          </a:p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100">
                <a:solidFill>
                  <a:schemeClr val="tx1"/>
                </a:solidFill>
              </a:rPr>
              <a:t>+7 960 300-02-16</a:t>
            </a:r>
          </a:p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100">
                <a:solidFill>
                  <a:schemeClr val="tx1"/>
                </a:solidFill>
              </a:rPr>
              <a:t>Физтех-лицей им. П. Л. Капицы</a:t>
            </a:r>
          </a:p>
        </p:txBody>
      </p:sp>
      <p:sp>
        <p:nvSpPr>
          <p:cNvPr id="61" name="Текст 8">
            <a:extLst>
              <a:ext uri="{FF2B5EF4-FFF2-40B4-BE49-F238E27FC236}">
                <a16:creationId xmlns:a16="http://schemas.microsoft.com/office/drawing/2014/main" id="{1A52C52A-3120-DA42-507D-5AE477E99E60}"/>
              </a:ext>
            </a:extLst>
          </p:cNvPr>
          <p:cNvSpPr txBox="1">
            <a:spLocks/>
          </p:cNvSpPr>
          <p:nvPr/>
        </p:nvSpPr>
        <p:spPr>
          <a:xfrm>
            <a:off x="5128995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sz="1300" dirty="0">
                <a:solidFill>
                  <a:schemeClr val="accent5"/>
                </a:solidFill>
              </a:rPr>
              <a:t>Янеев Александр</a:t>
            </a:r>
          </a:p>
        </p:txBody>
      </p:sp>
      <p:sp>
        <p:nvSpPr>
          <p:cNvPr id="62" name="Скругленный прямоугольник 61">
            <a:extLst>
              <a:ext uri="{FF2B5EF4-FFF2-40B4-BE49-F238E27FC236}">
                <a16:creationId xmlns:a16="http://schemas.microsoft.com/office/drawing/2014/main" id="{D1FBCE3B-1D71-DB46-9E48-C63F3ADD4968}"/>
              </a:ext>
            </a:extLst>
          </p:cNvPr>
          <p:cNvSpPr/>
          <p:nvPr/>
        </p:nvSpPr>
        <p:spPr>
          <a:xfrm>
            <a:off x="7262031" y="1522006"/>
            <a:ext cx="2192713" cy="4834352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63" name="Текст 8">
            <a:extLst>
              <a:ext uri="{FF2B5EF4-FFF2-40B4-BE49-F238E27FC236}">
                <a16:creationId xmlns:a16="http://schemas.microsoft.com/office/drawing/2014/main" id="{CB4F394B-14E6-36F0-A4B2-EFA5843E9DB6}"/>
              </a:ext>
            </a:extLst>
          </p:cNvPr>
          <p:cNvSpPr txBox="1">
            <a:spLocks/>
          </p:cNvSpPr>
          <p:nvPr/>
        </p:nvSpPr>
        <p:spPr>
          <a:xfrm>
            <a:off x="7434315" y="4250028"/>
            <a:ext cx="1894354" cy="16246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100">
                <a:solidFill>
                  <a:schemeClr val="tx1"/>
                </a:solidFill>
              </a:rPr>
              <a:t>Full stack и дизайнер</a:t>
            </a:r>
          </a:p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100">
                <a:solidFill>
                  <a:schemeClr val="tx1"/>
                </a:solidFill>
              </a:rPr>
              <a:t>@EeyuhVVV</a:t>
            </a:r>
          </a:p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100">
                <a:solidFill>
                  <a:schemeClr val="tx1"/>
                </a:solidFill>
              </a:rPr>
              <a:t>+7 952 024-20-62</a:t>
            </a:r>
          </a:p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100">
                <a:solidFill>
                  <a:schemeClr val="tx1"/>
                </a:solidFill>
              </a:rPr>
              <a:t>НИТУ МИСИС</a:t>
            </a:r>
          </a:p>
        </p:txBody>
      </p:sp>
      <p:sp>
        <p:nvSpPr>
          <p:cNvPr id="64" name="Текст 8">
            <a:extLst>
              <a:ext uri="{FF2B5EF4-FFF2-40B4-BE49-F238E27FC236}">
                <a16:creationId xmlns:a16="http://schemas.microsoft.com/office/drawing/2014/main" id="{FF91B8FA-A68A-4E4D-B286-02AF30BFB771}"/>
              </a:ext>
            </a:extLst>
          </p:cNvPr>
          <p:cNvSpPr txBox="1">
            <a:spLocks/>
          </p:cNvSpPr>
          <p:nvPr/>
        </p:nvSpPr>
        <p:spPr>
          <a:xfrm>
            <a:off x="7434314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sz="1300" dirty="0">
                <a:solidFill>
                  <a:schemeClr val="accent5"/>
                </a:solidFill>
              </a:rPr>
              <a:t>Яров Иван</a:t>
            </a:r>
          </a:p>
        </p:txBody>
      </p:sp>
      <p:sp>
        <p:nvSpPr>
          <p:cNvPr id="65" name="Скругленный прямоугольник 64">
            <a:extLst>
              <a:ext uri="{FF2B5EF4-FFF2-40B4-BE49-F238E27FC236}">
                <a16:creationId xmlns:a16="http://schemas.microsoft.com/office/drawing/2014/main" id="{603D078F-23CD-0C3A-EF6E-9FA3818E22BC}"/>
              </a:ext>
            </a:extLst>
          </p:cNvPr>
          <p:cNvSpPr/>
          <p:nvPr/>
        </p:nvSpPr>
        <p:spPr>
          <a:xfrm>
            <a:off x="9567349" y="1522006"/>
            <a:ext cx="2192713" cy="4834352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66" name="Текст 8">
            <a:extLst>
              <a:ext uri="{FF2B5EF4-FFF2-40B4-BE49-F238E27FC236}">
                <a16:creationId xmlns:a16="http://schemas.microsoft.com/office/drawing/2014/main" id="{575DCA32-E606-5EE7-1034-420DB36234D1}"/>
              </a:ext>
            </a:extLst>
          </p:cNvPr>
          <p:cNvSpPr txBox="1">
            <a:spLocks/>
          </p:cNvSpPr>
          <p:nvPr/>
        </p:nvSpPr>
        <p:spPr>
          <a:xfrm>
            <a:off x="9739633" y="4250028"/>
            <a:ext cx="1894354" cy="16246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100">
                <a:solidFill>
                  <a:schemeClr val="tx1"/>
                </a:solidFill>
              </a:rPr>
              <a:t>Frontend и дизайнер</a:t>
            </a:r>
          </a:p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100">
                <a:solidFill>
                  <a:schemeClr val="tx1"/>
                </a:solidFill>
              </a:rPr>
              <a:t>@mr_melov</a:t>
            </a:r>
          </a:p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100">
                <a:solidFill>
                  <a:schemeClr val="tx1"/>
                </a:solidFill>
              </a:rPr>
              <a:t>+7 985 511-39-58</a:t>
            </a:r>
          </a:p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100">
                <a:solidFill>
                  <a:schemeClr val="tx1"/>
                </a:solidFill>
              </a:rPr>
              <a:t>НИТУ МИСИС</a:t>
            </a:r>
          </a:p>
        </p:txBody>
      </p:sp>
      <p:sp>
        <p:nvSpPr>
          <p:cNvPr id="67" name="Текст 8">
            <a:extLst>
              <a:ext uri="{FF2B5EF4-FFF2-40B4-BE49-F238E27FC236}">
                <a16:creationId xmlns:a16="http://schemas.microsoft.com/office/drawing/2014/main" id="{9E3872F7-FC5C-5043-A741-AF2746714BA2}"/>
              </a:ext>
            </a:extLst>
          </p:cNvPr>
          <p:cNvSpPr txBox="1">
            <a:spLocks/>
          </p:cNvSpPr>
          <p:nvPr/>
        </p:nvSpPr>
        <p:spPr>
          <a:xfrm>
            <a:off x="9739632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sz="1300" dirty="0">
                <a:solidFill>
                  <a:schemeClr val="accent5"/>
                </a:solidFill>
              </a:rPr>
              <a:t>Ткаченко Никита</a:t>
            </a:r>
          </a:p>
        </p:txBody>
      </p:sp>
      <p:sp>
        <p:nvSpPr>
          <p:cNvPr id="17" name="Скругленный прямоугольник 16">
            <a:extLst>
              <a:ext uri="{FF2B5EF4-FFF2-40B4-BE49-F238E27FC236}">
                <a16:creationId xmlns:a16="http://schemas.microsoft.com/office/drawing/2014/main" id="{FC0035EA-559C-020F-D4A8-B4146A26E8E5}"/>
              </a:ext>
            </a:extLst>
          </p:cNvPr>
          <p:cNvSpPr/>
          <p:nvPr/>
        </p:nvSpPr>
        <p:spPr>
          <a:xfrm>
            <a:off x="346076" y="1522006"/>
            <a:ext cx="2192713" cy="4834352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3" name="Скругленный прямоугольник 12">
            <a:extLst>
              <a:ext uri="{FF2B5EF4-FFF2-40B4-BE49-F238E27FC236}">
                <a16:creationId xmlns:a16="http://schemas.microsoft.com/office/drawing/2014/main" id="{4F9EEB10-D234-64E3-5744-B3981F11A494}"/>
              </a:ext>
            </a:extLst>
          </p:cNvPr>
          <p:cNvSpPr/>
          <p:nvPr/>
        </p:nvSpPr>
        <p:spPr>
          <a:xfrm>
            <a:off x="346075" y="324562"/>
            <a:ext cx="3952656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8" name="Номер слайда 17">
            <a:extLst>
              <a:ext uri="{FF2B5EF4-FFF2-40B4-BE49-F238E27FC236}">
                <a16:creationId xmlns:a16="http://schemas.microsoft.com/office/drawing/2014/main" id="{ADFA4405-6EC1-3A52-92A7-2CA2130BB2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</a:rPr>
              <a:pPr/>
              <a:t>9</a:t>
            </a:fld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7" name="Заголовок 6">
            <a:extLst>
              <a:ext uri="{FF2B5EF4-FFF2-40B4-BE49-F238E27FC236}">
                <a16:creationId xmlns:a16="http://schemas.microsoft.com/office/drawing/2014/main" id="{A8302BF4-F579-F30C-0D0B-9EC587DE2A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8359" y="449787"/>
            <a:ext cx="9862734" cy="376138"/>
          </a:xfrm>
        </p:spPr>
        <p:txBody>
          <a:bodyPr/>
          <a:lstStyle/>
          <a:p>
            <a:r>
              <a:rPr lang="ru-RU"/>
              <a:t>КОМАНДА MISIS&amp;MR.DRUN</a:t>
            </a: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8392728C-0D28-63FE-46DB-BBDA5226DAE1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518360" y="4250028"/>
            <a:ext cx="1894354" cy="1624612"/>
          </a:xfrm>
        </p:spPr>
        <p:txBody>
          <a:bodyPr>
            <a:normAutofit/>
          </a:bodyPr>
          <a:lstStyle/>
          <a:p>
            <a:pPr rtl="0" fontAlgn="base">
              <a:spcBef>
                <a:spcPts val="60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sz="1100" dirty="0">
                <a:solidFill>
                  <a:schemeClr val="tx1"/>
                </a:solidFill>
              </a:rPr>
              <a:t>Капитан, full stack и AI engineer</a:t>
            </a:r>
          </a:p>
          <a:p>
            <a:pPr rtl="0" fontAlgn="base">
              <a:spcBef>
                <a:spcPts val="60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sz="1100" dirty="0">
                <a:solidFill>
                  <a:schemeClr val="tx1"/>
                </a:solidFill>
              </a:rPr>
              <a:t>@Sovochca</a:t>
            </a:r>
          </a:p>
          <a:p>
            <a:pPr rtl="0" fontAlgn="base">
              <a:spcBef>
                <a:spcPts val="60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sz="1100" dirty="0">
                <a:solidFill>
                  <a:schemeClr val="tx1"/>
                </a:solidFill>
              </a:rPr>
              <a:t>+7 953 012-20-88</a:t>
            </a:r>
          </a:p>
          <a:p>
            <a:pPr rtl="0" fontAlgn="base">
              <a:spcBef>
                <a:spcPts val="60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sz="1100" dirty="0">
                <a:solidFill>
                  <a:schemeClr val="tx1"/>
                </a:solidFill>
              </a:rPr>
              <a:t>НИТУ МИСИС</a:t>
            </a:r>
          </a:p>
        </p:txBody>
      </p:sp>
      <p:sp>
        <p:nvSpPr>
          <p:cNvPr id="15" name="Текст 8">
            <a:extLst>
              <a:ext uri="{FF2B5EF4-FFF2-40B4-BE49-F238E27FC236}">
                <a16:creationId xmlns:a16="http://schemas.microsoft.com/office/drawing/2014/main" id="{34A1767C-75B2-E3D4-5057-DD85E6AB1440}"/>
              </a:ext>
            </a:extLst>
          </p:cNvPr>
          <p:cNvSpPr txBox="1">
            <a:spLocks/>
          </p:cNvSpPr>
          <p:nvPr/>
        </p:nvSpPr>
        <p:spPr>
          <a:xfrm>
            <a:off x="518359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sz="1300" dirty="0">
                <a:solidFill>
                  <a:schemeClr val="accent5"/>
                </a:solidFill>
              </a:rPr>
              <a:t>Алексеев Всеволод</a:t>
            </a:r>
          </a:p>
        </p:txBody>
      </p:sp>
      <p:pic>
        <p:nvPicPr>
          <p:cNvPr id="68" name="Picture 67" descr="photo1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1397" y="1816054"/>
            <a:ext cx="1722566" cy="1552901"/>
          </a:xfrm>
          <a:prstGeom prst="rect">
            <a:avLst/>
          </a:prstGeom>
        </p:spPr>
      </p:pic>
      <p:pic>
        <p:nvPicPr>
          <p:cNvPr id="69" name="Picture 68" descr="photo2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886467" y="1826554"/>
            <a:ext cx="1722566" cy="1542401"/>
          </a:xfrm>
          <a:prstGeom prst="rect">
            <a:avLst/>
          </a:prstGeom>
        </p:spPr>
      </p:pic>
      <p:pic>
        <p:nvPicPr>
          <p:cNvPr id="70" name="Picture 69" descr="photo3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191784" y="1809238"/>
            <a:ext cx="1722567" cy="1559717"/>
          </a:xfrm>
          <a:prstGeom prst="rect">
            <a:avLst/>
          </a:prstGeom>
        </p:spPr>
      </p:pic>
      <p:pic>
        <p:nvPicPr>
          <p:cNvPr id="71" name="Picture 70" descr="photo4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520208" y="1809238"/>
            <a:ext cx="1722567" cy="1559717"/>
          </a:xfrm>
          <a:prstGeom prst="rect">
            <a:avLst/>
          </a:prstGeom>
        </p:spPr>
      </p:pic>
      <p:pic>
        <p:nvPicPr>
          <p:cNvPr id="72" name="Picture 71" descr="photo5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802422" y="1809238"/>
            <a:ext cx="1722566" cy="15597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2214703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112D283-FCC2-40D9-9CEA-EF1BD3595E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9376089D-9A77-730A-ADAF-A685C17F1AED}"/>
              </a:ext>
            </a:extLst>
          </p:cNvPr>
          <p:cNvSpPr/>
          <p:nvPr/>
        </p:nvSpPr>
        <p:spPr>
          <a:xfrm>
            <a:off x="346075" y="324562"/>
            <a:ext cx="6675120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8" name="Номер слайда 17">
            <a:extLst>
              <a:ext uri="{FF2B5EF4-FFF2-40B4-BE49-F238E27FC236}">
                <a16:creationId xmlns:a16="http://schemas.microsoft.com/office/drawing/2014/main" id="{74006CB4-BD4D-EF41-3DCA-EDB126B8489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10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7" name="Заголовок 6">
            <a:extLst>
              <a:ext uri="{FF2B5EF4-FFF2-40B4-BE49-F238E27FC236}">
                <a16:creationId xmlns:a16="http://schemas.microsoft.com/office/drawing/2014/main" id="{9F7DE1A9-1AD8-0498-5446-8F5D409119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7849" y="449787"/>
            <a:ext cx="9862734" cy="376138"/>
          </a:xfrm>
        </p:spPr>
        <p:txBody>
          <a:bodyPr/>
          <a:lstStyle/>
          <a:p>
            <a:r>
              <a:rPr lang="ru-RU"/>
              <a:t>ИСТОРИЯ КОМАНДЫ, ЗАДАЧА И ВЫЗОВЫ</a:t>
            </a:r>
          </a:p>
        </p:txBody>
      </p:sp>
      <p:sp>
        <p:nvSpPr>
          <p:cNvPr id="37" name="Текст 8">
            <a:extLst>
              <a:ext uri="{FF2B5EF4-FFF2-40B4-BE49-F238E27FC236}">
                <a16:creationId xmlns:a16="http://schemas.microsoft.com/office/drawing/2014/main" id="{C7B87D78-5037-F48A-F05C-8E80D4A5A4D0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533607" y="1554480"/>
            <a:ext cx="10241280" cy="1097280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ru-RU" dirty="0" sz="1500">
                <a:solidFill>
                  <a:schemeClr val="tx1"/>
                </a:solidFill>
              </a:rPr>
              <a:t>Мы учимся в НИТУ МИСИС и в Физтех-лицее им. Капицы, живём в Москве. Познакомились лично и быстро поняли, что мыслим в одном ритме и хотим делать амбициозные проекты. Собрались, чтобы за хакатон довести идею до работающего прототипа.</a:t>
            </a:r>
          </a:p>
        </p:txBody>
      </p:sp>
      <p:sp>
        <p:nvSpPr>
          <p:cNvPr id="38" name="Текст 8">
            <a:extLst>
              <a:ext uri="{FF2B5EF4-FFF2-40B4-BE49-F238E27FC236}">
                <a16:creationId xmlns:a16="http://schemas.microsoft.com/office/drawing/2014/main" id="{BAD76A99-219B-023F-35AA-74EDFF6A51FC}"/>
              </a:ext>
            </a:extLst>
          </p:cNvPr>
          <p:cNvSpPr txBox="1">
            <a:spLocks/>
          </p:cNvSpPr>
          <p:nvPr/>
        </p:nvSpPr>
        <p:spPr>
          <a:xfrm>
            <a:off x="533607" y="1279645"/>
            <a:ext cx="2990173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dirty="0">
                <a:solidFill>
                  <a:schemeClr val="accent5"/>
                </a:solidFill>
              </a:rPr>
              <a:t>Краткая история команды:</a:t>
            </a:r>
          </a:p>
        </p:txBody>
      </p:sp>
      <p:sp>
        <p:nvSpPr>
          <p:cNvPr id="40" name="Текст 8">
            <a:extLst>
              <a:ext uri="{FF2B5EF4-FFF2-40B4-BE49-F238E27FC236}">
                <a16:creationId xmlns:a16="http://schemas.microsoft.com/office/drawing/2014/main" id="{A812662F-49C9-0A37-1671-EE5E187C65D2}"/>
              </a:ext>
            </a:extLst>
          </p:cNvPr>
          <p:cNvSpPr txBox="1">
            <a:spLocks/>
          </p:cNvSpPr>
          <p:nvPr/>
        </p:nvSpPr>
        <p:spPr>
          <a:xfrm>
            <a:off x="533607" y="4846320"/>
            <a:ext cx="10241280" cy="155448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dirty="0" sz="1400">
                <a:solidFill>
                  <a:schemeClr val="tx1"/>
                </a:solidFill>
              </a:rPr>
              <a:t>Точная копия АРМ-112 без доступа к боевой системе, по скриншотам и памятке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ru-RU" dirty="0" sz="1400">
                <a:solidFill>
                  <a:schemeClr val="tx1"/>
                </a:solidFill>
              </a:rPr>
              <a:t>Слабое железо: ИИ только локальный (модель 0,8B, 542 МБ, CPU, без интернета)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ru-RU" dirty="0" sz="1400">
                <a:solidFill>
                  <a:schemeClr val="tx1"/>
                </a:solidFill>
              </a:rPr>
              <a:t>Один строгий дизайн симулятора: свободы творчества нет, всё как в программе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ru-RU" dirty="0" sz="1400">
                <a:solidFill>
                  <a:schemeClr val="tx1"/>
                </a:solidFill>
              </a:rPr>
              <a:t>Нет официальной методики оценки: веса задаёт преподаватель, итог за ним</a:t>
            </a:r>
          </a:p>
        </p:txBody>
      </p:sp>
      <p:sp>
        <p:nvSpPr>
          <p:cNvPr id="41" name="Текст 8">
            <a:extLst>
              <a:ext uri="{FF2B5EF4-FFF2-40B4-BE49-F238E27FC236}">
                <a16:creationId xmlns:a16="http://schemas.microsoft.com/office/drawing/2014/main" id="{1AF2119E-43D8-37AF-C511-A59B0DD883B0}"/>
              </a:ext>
            </a:extLst>
          </p:cNvPr>
          <p:cNvSpPr txBox="1">
            <a:spLocks/>
          </p:cNvSpPr>
          <p:nvPr/>
        </p:nvSpPr>
        <p:spPr>
          <a:xfrm>
            <a:off x="533608" y="4571473"/>
            <a:ext cx="10241280" cy="629056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10000"/>
              </a:lnSpc>
              <a:buNone/>
            </a:pPr>
            <a:r>
              <a:rPr lang="ru-RU" dirty="0">
                <a:solidFill>
                  <a:schemeClr val="accent5"/>
                </a:solidFill>
              </a:rPr>
              <a:t>Сложности и вызовы:</a:t>
            </a:r>
          </a:p>
        </p:txBody>
      </p:sp>
      <p:sp>
        <p:nvSpPr>
          <p:cNvPr id="43" name="Текст 8">
            <a:extLst>
              <a:ext uri="{FF2B5EF4-FFF2-40B4-BE49-F238E27FC236}">
                <a16:creationId xmlns:a16="http://schemas.microsoft.com/office/drawing/2014/main" id="{819ADE62-86A0-41CF-FEBE-6AC207E6AB95}"/>
              </a:ext>
            </a:extLst>
          </p:cNvPr>
          <p:cNvSpPr txBox="1">
            <a:spLocks/>
          </p:cNvSpPr>
          <p:nvPr/>
        </p:nvSpPr>
        <p:spPr>
          <a:xfrm>
            <a:off x="533607" y="3291840"/>
            <a:ext cx="10241280" cy="109728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dirty="0" sz="1500">
                <a:solidFill>
                  <a:schemeClr val="tx1"/>
                </a:solidFill>
              </a:rPr>
              <a:t>Задача нишевая: готовых тренажёров АРМ-112 мы в открытых источниках не нашли. Цена ошибки высокая: одна неверная буква в адресе отправляет бригаду не туда. А нам важна точность, а не красивая обёртка.</a:t>
            </a:r>
          </a:p>
        </p:txBody>
      </p:sp>
      <p:sp>
        <p:nvSpPr>
          <p:cNvPr id="44" name="Текст 8">
            <a:extLst>
              <a:ext uri="{FF2B5EF4-FFF2-40B4-BE49-F238E27FC236}">
                <a16:creationId xmlns:a16="http://schemas.microsoft.com/office/drawing/2014/main" id="{A0EBDB05-E223-F4C0-4AF4-743B80D718E1}"/>
              </a:ext>
            </a:extLst>
          </p:cNvPr>
          <p:cNvSpPr txBox="1">
            <a:spLocks/>
          </p:cNvSpPr>
          <p:nvPr/>
        </p:nvSpPr>
        <p:spPr>
          <a:xfrm>
            <a:off x="533607" y="2900091"/>
            <a:ext cx="10241280" cy="52890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dirty="0">
                <a:solidFill>
                  <a:schemeClr val="accent5"/>
                </a:solidFill>
              </a:rPr>
              <a:t>Почему выбрали эту задачу:</a:t>
            </a:r>
          </a:p>
        </p:txBody>
      </p:sp>
      <p:cxnSp>
        <p:nvCxnSpPr>
          <p:cNvPr id="5" name="Прямая соединительная линия 4">
            <a:extLst>
              <a:ext uri="{FF2B5EF4-FFF2-40B4-BE49-F238E27FC236}">
                <a16:creationId xmlns:a16="http://schemas.microsoft.com/office/drawing/2014/main" id="{8462540F-CBE5-F86F-AD60-3D1A03F73EED}"/>
              </a:ext>
            </a:extLst>
          </p:cNvPr>
          <p:cNvCxnSpPr>
            <a:cxnSpLocks/>
          </p:cNvCxnSpPr>
          <p:nvPr/>
        </p:nvCxnSpPr>
        <p:spPr>
          <a:xfrm>
            <a:off x="623888" y="2745691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6" name="Прямая соединительная линия 5">
            <a:extLst>
              <a:ext uri="{FF2B5EF4-FFF2-40B4-BE49-F238E27FC236}">
                <a16:creationId xmlns:a16="http://schemas.microsoft.com/office/drawing/2014/main" id="{43B6B201-8F98-911C-C812-B6DD350A7909}"/>
              </a:ext>
            </a:extLst>
          </p:cNvPr>
          <p:cNvCxnSpPr>
            <a:cxnSpLocks/>
          </p:cNvCxnSpPr>
          <p:nvPr/>
        </p:nvCxnSpPr>
        <p:spPr>
          <a:xfrm>
            <a:off x="623888" y="4407066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8" name="Прямая соединительная линия 7">
            <a:extLst>
              <a:ext uri="{FF2B5EF4-FFF2-40B4-BE49-F238E27FC236}">
                <a16:creationId xmlns:a16="http://schemas.microsoft.com/office/drawing/2014/main" id="{935A7CAA-85B0-3D33-9D92-74AF00456FDE}"/>
              </a:ext>
            </a:extLst>
          </p:cNvPr>
          <p:cNvCxnSpPr>
            <a:cxnSpLocks/>
          </p:cNvCxnSpPr>
          <p:nvPr/>
        </p:nvCxnSpPr>
        <p:spPr>
          <a:xfrm>
            <a:off x="623888" y="1110074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9" name="Текст 8">
            <a:extLst>
              <a:ext uri="{FF2B5EF4-FFF2-40B4-BE49-F238E27FC236}">
                <a16:creationId xmlns:a16="http://schemas.microsoft.com/office/drawing/2014/main" id="{DE3DBF43-8386-18C6-2DBB-93FBC617A211}"/>
              </a:ext>
            </a:extLst>
          </p:cNvPr>
          <p:cNvSpPr txBox="1">
            <a:spLocks/>
          </p:cNvSpPr>
          <p:nvPr/>
        </p:nvSpPr>
        <p:spPr>
          <a:xfrm>
            <a:off x="11015788" y="1279645"/>
            <a:ext cx="956838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buNone/>
            </a:pPr>
            <a:r>
              <a:rPr lang="ru-RU" b="1" dirty="0">
                <a:solidFill>
                  <a:schemeClr val="accent5"/>
                </a:solidFill>
              </a:rPr>
              <a:t>01</a:t>
            </a:r>
          </a:p>
        </p:txBody>
      </p:sp>
      <p:sp>
        <p:nvSpPr>
          <p:cNvPr id="11" name="Текст 8">
            <a:extLst>
              <a:ext uri="{FF2B5EF4-FFF2-40B4-BE49-F238E27FC236}">
                <a16:creationId xmlns:a16="http://schemas.microsoft.com/office/drawing/2014/main" id="{1C998835-697E-638C-C9A8-992A3CFE1585}"/>
              </a:ext>
            </a:extLst>
          </p:cNvPr>
          <p:cNvSpPr txBox="1">
            <a:spLocks/>
          </p:cNvSpPr>
          <p:nvPr/>
        </p:nvSpPr>
        <p:spPr>
          <a:xfrm>
            <a:off x="11015788" y="2900091"/>
            <a:ext cx="930595" cy="52890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02</a:t>
            </a:r>
          </a:p>
        </p:txBody>
      </p:sp>
      <p:sp>
        <p:nvSpPr>
          <p:cNvPr id="12" name="Текст 8">
            <a:extLst>
              <a:ext uri="{FF2B5EF4-FFF2-40B4-BE49-F238E27FC236}">
                <a16:creationId xmlns:a16="http://schemas.microsoft.com/office/drawing/2014/main" id="{63CDAC47-57C1-8743-C534-E78438BFEAB6}"/>
              </a:ext>
            </a:extLst>
          </p:cNvPr>
          <p:cNvSpPr txBox="1">
            <a:spLocks/>
          </p:cNvSpPr>
          <p:nvPr/>
        </p:nvSpPr>
        <p:spPr>
          <a:xfrm>
            <a:off x="11015788" y="4571473"/>
            <a:ext cx="930596" cy="56778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203551114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AD51DE2-6F1E-2FB8-52A8-A597ED4D8F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Скругленный прямоугольник 9">
            <a:extLst>
              <a:ext uri="{FF2B5EF4-FFF2-40B4-BE49-F238E27FC236}">
                <a16:creationId xmlns:a16="http://schemas.microsoft.com/office/drawing/2014/main" id="{99639827-4B20-41B4-B9A5-E5F859569F5A}"/>
              </a:ext>
            </a:extLst>
          </p:cNvPr>
          <p:cNvSpPr/>
          <p:nvPr/>
        </p:nvSpPr>
        <p:spPr>
          <a:xfrm>
            <a:off x="346075" y="324562"/>
            <a:ext cx="3750912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4" name="Скругленный прямоугольник 23">
            <a:extLst>
              <a:ext uri="{FF2B5EF4-FFF2-40B4-BE49-F238E27FC236}">
                <a16:creationId xmlns:a16="http://schemas.microsoft.com/office/drawing/2014/main" id="{D6D9A41E-4495-E50B-97DA-5E654B99A15A}"/>
              </a:ext>
            </a:extLst>
          </p:cNvPr>
          <p:cNvSpPr/>
          <p:nvPr/>
        </p:nvSpPr>
        <p:spPr>
          <a:xfrm>
            <a:off x="6230774" y="1211284"/>
            <a:ext cx="5440313" cy="4989492"/>
          </a:xfrm>
          <a:prstGeom prst="roundRect">
            <a:avLst>
              <a:gd name="adj" fmla="val 3865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7" name="Скругленный прямоугольник 26">
            <a:extLst>
              <a:ext uri="{FF2B5EF4-FFF2-40B4-BE49-F238E27FC236}">
                <a16:creationId xmlns:a16="http://schemas.microsoft.com/office/drawing/2014/main" id="{4205FFC6-B5B1-7076-639B-E4DAFE652AFA}"/>
              </a:ext>
            </a:extLst>
          </p:cNvPr>
          <p:cNvSpPr/>
          <p:nvPr/>
        </p:nvSpPr>
        <p:spPr>
          <a:xfrm>
            <a:off x="346076" y="1211284"/>
            <a:ext cx="5440313" cy="4989492"/>
          </a:xfrm>
          <a:prstGeom prst="roundRect">
            <a:avLst>
              <a:gd name="adj" fmla="val 3407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889AB292-D098-2ABD-0429-89B4EFAD43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</a:rPr>
              <a:pPr/>
              <a:t>11</a:t>
            </a:fld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B2BA7842-46FE-F786-9D85-92BBE62C549A}"/>
              </a:ext>
            </a:extLst>
          </p:cNvPr>
          <p:cNvSpPr>
            <a:spLocks noGrp="1"/>
          </p:cNvSpPr>
          <p:nvPr>
            <p:ph type="body" sz="quarter" idx="38"/>
          </p:nvPr>
        </p:nvSpPr>
        <p:spPr>
          <a:xfrm>
            <a:off x="589493" y="1920927"/>
            <a:ext cx="4929861" cy="3868581"/>
          </a:xfrm>
        </p:spPr>
        <p:txBody>
          <a:bodyPr>
            <a:normAutofit/>
          </a:bodyPr>
          <a:lstStyle/>
          <a:p>
            <a:r>
              <a:rPr lang="ru-RU" sz="1500" dirty="0">
                <a:solidFill>
                  <a:schemeClr val="tx1"/>
                </a:solidFill>
              </a:rPr>
              <a:t>Фронт: Next.js и TypeScript; бэкенд: FastAPI, SQLite</a:t>
            </a:r>
          </a:p>
          <a:p>
            <a:r>
              <a:rPr lang="ru-RU" sz="1500" dirty="0">
                <a:solidFill>
                  <a:schemeClr val="tx1"/>
                </a:solidFill>
              </a:rPr>
              <a:t>ИИ локально: Qwen3.5-0.8B (llama.cpp, CPU, 542 МБ), запасной режим по правилам</a:t>
            </a:r>
          </a:p>
          <a:p>
            <a:r>
              <a:rPr lang="ru-RU" sz="1500" dirty="0">
                <a:solidFill>
                  <a:schemeClr val="tx1"/>
                </a:solidFill>
              </a:rPr>
              <a:t>Справочник ЕКП (1283 записи), оценка по правилам, ИИ только рекомендует</a:t>
            </a:r>
          </a:p>
          <a:p>
            <a:r>
              <a:rPr lang="ru-RU" sz="1500" dirty="0">
                <a:solidFill>
                  <a:schemeClr val="tx1"/>
                </a:solidFill>
              </a:rPr>
              <a:t>Закрытый контур: без внешних API и CDN, синтетические данные</a:t>
            </a:r>
          </a:p>
          <a:p>
            <a:r>
              <a:rPr lang="ru-RU" sz="1500" dirty="0">
                <a:solidFill>
                  <a:schemeClr val="tx1"/>
                </a:solidFill>
              </a:rPr>
              <a:t>Стенд поднимается одной командой</a:t>
            </a: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FADF42A3-53F4-C8E0-2D79-332DAAEB9A8A}"/>
              </a:ext>
            </a:extLst>
          </p:cNvPr>
          <p:cNvSpPr>
            <a:spLocks noGrp="1"/>
          </p:cNvSpPr>
          <p:nvPr>
            <p:ph type="body" sz="quarter" idx="42"/>
          </p:nvPr>
        </p:nvSpPr>
        <p:spPr>
          <a:xfrm>
            <a:off x="6513513" y="1920927"/>
            <a:ext cx="4957144" cy="3876445"/>
          </a:xfrm>
        </p:spPr>
        <p:txBody>
          <a:bodyPr>
            <a:normAutofit/>
          </a:bodyPr>
          <a:lstStyle/>
          <a:p>
            <a:r>
              <a:rPr lang="ru-RU" sz="1500" dirty="0">
                <a:solidFill>
                  <a:schemeClr val="tx1"/>
                </a:solidFill>
              </a:rPr>
              <a:t>Кому: УМЦ ГО и ЧС, центры Системы-112 и ЕДДС регионов</a:t>
            </a:r>
          </a:p>
          <a:p>
            <a:r>
              <a:rPr lang="ru-RU" sz="1500" dirty="0">
                <a:solidFill>
                  <a:schemeClr val="tx1"/>
                </a:solidFill>
              </a:rPr>
              <a:t>Ценность: безопасная практика до выхода на смену и измеримый разбор ошибок для преподавателя</a:t>
            </a:r>
          </a:p>
          <a:p>
            <a:r>
              <a:rPr lang="ru-RU" sz="1500" dirty="0">
                <a:solidFill>
                  <a:schemeClr val="tx1"/>
                </a:solidFill>
              </a:rPr>
              <a:t>Модель: внедрение в закрытом контуре заказчика, лицензия и поддержка</a:t>
            </a:r>
          </a:p>
          <a:p>
            <a:r>
              <a:rPr lang="ru-RU" sz="1500" dirty="0">
                <a:solidFill>
                  <a:schemeClr val="tx1"/>
                </a:solidFill>
              </a:rPr>
              <a:t>Отличие: интерфейс 1:1, работа офлайн, прозрачный ИИ</a:t>
            </a:r>
          </a:p>
          <a:p>
            <a:r>
              <a:rPr lang="ru-RU" sz="1500" dirty="0">
                <a:solidFill>
                  <a:schemeClr val="tx1"/>
                </a:solidFill>
              </a:rPr>
              <a:t>Спрос и эффект проверим в пилоте</a:t>
            </a:r>
          </a:p>
        </p:txBody>
      </p:sp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9ADE5A7A-262A-121D-63C7-92347C3B48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56851"/>
            <a:ext cx="9862734" cy="376138"/>
          </a:xfrm>
        </p:spPr>
        <p:txBody>
          <a:bodyPr/>
          <a:lstStyle/>
          <a:p>
            <a:r>
              <a:rPr lang="ru-RU" dirty="0"/>
              <a:t>КОРОТКО О РЕШЕНИИ</a:t>
            </a:r>
          </a:p>
        </p:txBody>
      </p:sp>
      <p:sp>
        <p:nvSpPr>
          <p:cNvPr id="15" name="Текст 14">
            <a:extLst>
              <a:ext uri="{FF2B5EF4-FFF2-40B4-BE49-F238E27FC236}">
                <a16:creationId xmlns:a16="http://schemas.microsoft.com/office/drawing/2014/main" id="{26BEC078-5087-6080-D7D6-F5A0B438BDE2}"/>
              </a:ext>
            </a:extLst>
          </p:cNvPr>
          <p:cNvSpPr>
            <a:spLocks noGrp="1"/>
          </p:cNvSpPr>
          <p:nvPr>
            <p:ph type="body" sz="quarter" idx="49"/>
          </p:nvPr>
        </p:nvSpPr>
        <p:spPr>
          <a:xfrm>
            <a:off x="578063" y="1476583"/>
            <a:ext cx="4929861" cy="555147"/>
          </a:xfrm>
        </p:spPr>
        <p:txBody>
          <a:bodyPr/>
          <a:lstStyle/>
          <a:p>
            <a:pPr>
              <a:lnSpc>
                <a:spcPct val="100000"/>
              </a:lnSpc>
            </a:pPr>
            <a:r>
              <a:rPr lang="ru-RU" sz="2000" b="1" dirty="0">
                <a:solidFill>
                  <a:schemeClr val="accent5"/>
                </a:solidFill>
              </a:rPr>
              <a:t>Техническая суть решения</a:t>
            </a:r>
          </a:p>
        </p:txBody>
      </p:sp>
      <p:sp>
        <p:nvSpPr>
          <p:cNvPr id="17" name="Текст 16">
            <a:extLst>
              <a:ext uri="{FF2B5EF4-FFF2-40B4-BE49-F238E27FC236}">
                <a16:creationId xmlns:a16="http://schemas.microsoft.com/office/drawing/2014/main" id="{2859F02A-65ED-43C1-C072-8FCD6772DA35}"/>
              </a:ext>
            </a:extLst>
          </p:cNvPr>
          <p:cNvSpPr>
            <a:spLocks noGrp="1"/>
          </p:cNvSpPr>
          <p:nvPr>
            <p:ph type="body" sz="quarter" idx="51"/>
          </p:nvPr>
        </p:nvSpPr>
        <p:spPr>
          <a:xfrm>
            <a:off x="6513513" y="1476583"/>
            <a:ext cx="5214724" cy="561519"/>
          </a:xfrm>
        </p:spPr>
        <p:txBody>
          <a:bodyPr/>
          <a:lstStyle/>
          <a:p>
            <a:pPr>
              <a:lnSpc>
                <a:spcPct val="100000"/>
              </a:lnSpc>
            </a:pPr>
            <a:r>
              <a:rPr lang="ru-RU" sz="2000" dirty="0">
                <a:solidFill>
                  <a:schemeClr val="accent5"/>
                </a:solidFill>
              </a:rPr>
              <a:t>Маркетинговая суть (гипотезы)</a:t>
            </a:r>
          </a:p>
        </p:txBody>
      </p:sp>
    </p:spTree>
    <p:extLst>
      <p:ext uri="{BB962C8B-B14F-4D97-AF65-F5344CB8AC3E}">
        <p14:creationId xmlns:p14="http://schemas.microsoft.com/office/powerpoint/2010/main" val="399877645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AD51DE2-6F1E-2FB8-52A8-A597ED4D8F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Скругленный прямоугольник 9">
            <a:extLst>
              <a:ext uri="{FF2B5EF4-FFF2-40B4-BE49-F238E27FC236}">
                <a16:creationId xmlns:a16="http://schemas.microsoft.com/office/drawing/2014/main" id="{99639827-4B20-41B4-B9A5-E5F859569F5A}"/>
              </a:ext>
            </a:extLst>
          </p:cNvPr>
          <p:cNvSpPr/>
          <p:nvPr/>
        </p:nvSpPr>
        <p:spPr>
          <a:xfrm>
            <a:off x="346075" y="324562"/>
            <a:ext cx="6309360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3" name="Скругленный прямоугольник 22">
            <a:extLst>
              <a:ext uri="{FF2B5EF4-FFF2-40B4-BE49-F238E27FC236}">
                <a16:creationId xmlns:a16="http://schemas.microsoft.com/office/drawing/2014/main" id="{8EE648F1-70BD-354A-6DAE-07E6E3044DC8}"/>
              </a:ext>
            </a:extLst>
          </p:cNvPr>
          <p:cNvSpPr/>
          <p:nvPr/>
        </p:nvSpPr>
        <p:spPr>
          <a:xfrm>
            <a:off x="3288425" y="1522006"/>
            <a:ext cx="2672801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4" name="Скругленный прямоугольник 23">
            <a:extLst>
              <a:ext uri="{FF2B5EF4-FFF2-40B4-BE49-F238E27FC236}">
                <a16:creationId xmlns:a16="http://schemas.microsoft.com/office/drawing/2014/main" id="{D6D9A41E-4495-E50B-97DA-5E654B99A15A}"/>
              </a:ext>
            </a:extLst>
          </p:cNvPr>
          <p:cNvSpPr/>
          <p:nvPr/>
        </p:nvSpPr>
        <p:spPr>
          <a:xfrm>
            <a:off x="6230774" y="1522006"/>
            <a:ext cx="2672801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5" name="Скругленный прямоугольник 24">
            <a:extLst>
              <a:ext uri="{FF2B5EF4-FFF2-40B4-BE49-F238E27FC236}">
                <a16:creationId xmlns:a16="http://schemas.microsoft.com/office/drawing/2014/main" id="{9B320FD4-0F75-8FB9-F799-AFA2CA575375}"/>
              </a:ext>
            </a:extLst>
          </p:cNvPr>
          <p:cNvSpPr/>
          <p:nvPr/>
        </p:nvSpPr>
        <p:spPr>
          <a:xfrm>
            <a:off x="9173123" y="1522006"/>
            <a:ext cx="2672801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7" name="Скругленный прямоугольник 26">
            <a:extLst>
              <a:ext uri="{FF2B5EF4-FFF2-40B4-BE49-F238E27FC236}">
                <a16:creationId xmlns:a16="http://schemas.microsoft.com/office/drawing/2014/main" id="{4205FFC6-B5B1-7076-639B-E4DAFE652AFA}"/>
              </a:ext>
            </a:extLst>
          </p:cNvPr>
          <p:cNvSpPr/>
          <p:nvPr/>
        </p:nvSpPr>
        <p:spPr>
          <a:xfrm>
            <a:off x="346076" y="1522006"/>
            <a:ext cx="2672801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889AB292-D098-2ABD-0429-89B4EFAD43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</a:rPr>
              <a:pPr/>
              <a:t>16</a:t>
            </a:fld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2" name="Текст 1">
            <a:extLst>
              <a:ext uri="{FF2B5EF4-FFF2-40B4-BE49-F238E27FC236}">
                <a16:creationId xmlns:a16="http://schemas.microsoft.com/office/drawing/2014/main" id="{0B115FEC-D79C-233C-419E-0B0BE3EB4A02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>
          <a:xfrm>
            <a:off x="520913" y="2339783"/>
            <a:ext cx="2284071" cy="423628"/>
          </a:xfrm>
        </p:spPr>
        <p:txBody>
          <a:bodyPr/>
          <a:lstStyle/>
          <a:p>
            <a:pPr marL="0" indent="0">
              <a:buNone/>
            </a:pPr>
            <a:r>
              <a:rPr lang="ru-RU" b="1" sz="1800">
                <a:solidFill>
                  <a:schemeClr val="accent5"/>
                </a:solidFill>
              </a:rPr>
              <a:t>96 ситуаций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B2BA7842-46FE-F786-9D85-92BBE62C549A}"/>
              </a:ext>
            </a:extLst>
          </p:cNvPr>
          <p:cNvSpPr>
            <a:spLocks noGrp="1"/>
          </p:cNvSpPr>
          <p:nvPr>
            <p:ph type="body" sz="quarter" idx="38"/>
          </p:nvPr>
        </p:nvSpPr>
        <p:spPr>
          <a:xfrm>
            <a:off x="520913" y="3128740"/>
            <a:ext cx="2284071" cy="2797928"/>
          </a:xfrm>
        </p:spPr>
        <p:txBody>
          <a:bodyPr/>
          <a:lstStyle/>
          <a:p>
            <a:pPr marL="0" indent="0">
              <a:buNone/>
            </a:pPr>
            <a:r>
              <a:rPr lang="ru-RU" sz="1500">
                <a:solidFill>
                  <a:schemeClr val="tx1"/>
                </a:solidFill>
              </a:rPr>
              <a:t>32 билета из материалов заказчика: эталонные сценарии занятий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D2670742-0112-ABA9-7C47-FE6D64A30A91}"/>
              </a:ext>
            </a:extLst>
          </p:cNvPr>
          <p:cNvSpPr>
            <a:spLocks noGrp="1"/>
          </p:cNvSpPr>
          <p:nvPr>
            <p:ph type="body" sz="quarter" idx="39"/>
          </p:nvPr>
        </p:nvSpPr>
        <p:spPr>
          <a:xfrm>
            <a:off x="3457903" y="2373557"/>
            <a:ext cx="2337416" cy="403756"/>
          </a:xfrm>
        </p:spPr>
        <p:txBody>
          <a:bodyPr/>
          <a:lstStyle/>
          <a:p>
            <a:pPr marL="0" indent="0">
              <a:buNone/>
            </a:pPr>
            <a:r>
              <a:rPr lang="ru-RU" b="1" sz="1800">
                <a:solidFill>
                  <a:schemeClr val="accent5"/>
                </a:solidFill>
              </a:rPr>
              <a:t>542 МБ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6A5C658C-1FD4-CD12-D517-15F6F46CFE3C}"/>
              </a:ext>
            </a:extLst>
          </p:cNvPr>
          <p:cNvSpPr>
            <a:spLocks noGrp="1"/>
          </p:cNvSpPr>
          <p:nvPr>
            <p:ph type="body" sz="quarter" idx="40"/>
          </p:nvPr>
        </p:nvSpPr>
        <p:spPr>
          <a:xfrm>
            <a:off x="3457903" y="3134070"/>
            <a:ext cx="2337416" cy="2797928"/>
          </a:xfrm>
        </p:spPr>
        <p:txBody>
          <a:bodyPr/>
          <a:lstStyle/>
          <a:p>
            <a:pPr marL="0" indent="0">
              <a:buNone/>
            </a:pPr>
            <a:r>
              <a:rPr lang="ru-RU" sz="1500">
                <a:solidFill>
                  <a:schemeClr val="tx1"/>
                </a:solidFill>
              </a:rPr>
              <a:t>Модель ИИ Qwen3.5-0.8B (Q4): работает на CPU, без видеокарты и интернета</a:t>
            </a: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4FAFE374-953E-0336-76DE-D143BB9C6451}"/>
              </a:ext>
            </a:extLst>
          </p:cNvPr>
          <p:cNvSpPr>
            <a:spLocks noGrp="1"/>
          </p:cNvSpPr>
          <p:nvPr>
            <p:ph type="body" sz="quarter" idx="41"/>
          </p:nvPr>
        </p:nvSpPr>
        <p:spPr>
          <a:xfrm>
            <a:off x="6456363" y="2379657"/>
            <a:ext cx="2268537" cy="403913"/>
          </a:xfrm>
        </p:spPr>
        <p:txBody>
          <a:bodyPr/>
          <a:lstStyle/>
          <a:p>
            <a:pPr marL="0" indent="0">
              <a:buNone/>
            </a:pPr>
            <a:r>
              <a:rPr lang="ru-RU" b="1" sz="1800">
                <a:solidFill>
                  <a:schemeClr val="accent5"/>
                </a:solidFill>
              </a:rPr>
              <a:t>83,6 %</a:t>
            </a: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FADF42A3-53F4-C8E0-2D79-332DAAEB9A8A}"/>
              </a:ext>
            </a:extLst>
          </p:cNvPr>
          <p:cNvSpPr>
            <a:spLocks noGrp="1"/>
          </p:cNvSpPr>
          <p:nvPr>
            <p:ph type="body" sz="quarter" idx="42"/>
          </p:nvPr>
        </p:nvSpPr>
        <p:spPr>
          <a:xfrm>
            <a:off x="6456363" y="3136604"/>
            <a:ext cx="2268537" cy="2797928"/>
          </a:xfrm>
        </p:spPr>
        <p:txBody>
          <a:bodyPr/>
          <a:lstStyle/>
          <a:p>
            <a:pPr marL="0" indent="0">
              <a:buNone/>
            </a:pPr>
            <a:r>
              <a:rPr lang="ru-RU" sz="1500">
                <a:solidFill>
                  <a:schemeClr val="tx1"/>
                </a:solidFill>
              </a:rPr>
              <a:t>Точность вердикта модели на 110 примерах; около 1 из 5 ошибок пропускает, поэтому ИИ только советует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68E32729-5FCC-21EA-16FD-CEF0C8FAABAA}"/>
              </a:ext>
            </a:extLst>
          </p:cNvPr>
          <p:cNvSpPr>
            <a:spLocks noGrp="1"/>
          </p:cNvSpPr>
          <p:nvPr>
            <p:ph type="body" sz="quarter" idx="43"/>
          </p:nvPr>
        </p:nvSpPr>
        <p:spPr>
          <a:xfrm>
            <a:off x="9407534" y="2339783"/>
            <a:ext cx="2263553" cy="423628"/>
          </a:xfrm>
        </p:spPr>
        <p:txBody>
          <a:bodyPr/>
          <a:lstStyle/>
          <a:p>
            <a:pPr marL="0" indent="0">
              <a:buNone/>
            </a:pPr>
            <a:r>
              <a:rPr lang="ru-RU" b="1" sz="1800">
                <a:solidFill>
                  <a:schemeClr val="accent5"/>
                </a:solidFill>
              </a:rPr>
              <a:t>30 с / 3 мин</a:t>
            </a: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86A6BF68-6470-CE0D-3E5F-0B15EDDCA14B}"/>
              </a:ext>
            </a:extLst>
          </p:cNvPr>
          <p:cNvSpPr>
            <a:spLocks noGrp="1"/>
          </p:cNvSpPr>
          <p:nvPr>
            <p:ph type="body" sz="quarter" idx="44"/>
          </p:nvPr>
        </p:nvSpPr>
        <p:spPr>
          <a:xfrm>
            <a:off x="9407534" y="3128739"/>
            <a:ext cx="2263553" cy="2797928"/>
          </a:xfrm>
        </p:spPr>
        <p:txBody>
          <a:bodyPr/>
          <a:lstStyle/>
          <a:p>
            <a:pPr marL="0" indent="0">
              <a:buNone/>
            </a:pPr>
            <a:r>
              <a:rPr lang="ru-RU" sz="1500">
                <a:solidFill>
                  <a:schemeClr val="tx1"/>
                </a:solidFill>
              </a:rPr>
              <a:t>Нормативы реакции и полной отработки: контролируются таймерами симулятора</a:t>
            </a:r>
          </a:p>
        </p:txBody>
      </p:sp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9ADE5A7A-262A-121D-63C7-92347C3B48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9862734" cy="376138"/>
          </a:xfrm>
        </p:spPr>
        <p:txBody>
          <a:bodyPr/>
          <a:lstStyle/>
          <a:p>
            <a:r>
              <a:rPr lang="ru-RU"/>
              <a:t>ЦИФРЫ, КОТОРЫЕ МОЖНО ПРОВЕРИТЬ</a:t>
            </a:r>
          </a:p>
        </p:txBody>
      </p:sp>
      <p:sp>
        <p:nvSpPr>
          <p:cNvPr id="15" name="Текст 14">
            <a:extLst>
              <a:ext uri="{FF2B5EF4-FFF2-40B4-BE49-F238E27FC236}">
                <a16:creationId xmlns:a16="http://schemas.microsoft.com/office/drawing/2014/main" id="{26BEC078-5087-6080-D7D6-F5A0B438BDE2}"/>
              </a:ext>
            </a:extLst>
          </p:cNvPr>
          <p:cNvSpPr>
            <a:spLocks noGrp="1"/>
          </p:cNvSpPr>
          <p:nvPr>
            <p:ph type="body" sz="quarter" idx="49"/>
          </p:nvPr>
        </p:nvSpPr>
        <p:spPr>
          <a:xfrm>
            <a:off x="520913" y="1772416"/>
            <a:ext cx="771003" cy="423628"/>
          </a:xfrm>
        </p:spPr>
        <p:txBody>
          <a:bodyPr/>
          <a:lstStyle/>
          <a:p>
            <a:pPr marL="0" indent="0">
              <a:buNone/>
            </a:pPr>
            <a:r>
              <a:rPr lang="ru-RU">
                <a:solidFill>
                  <a:schemeClr val="accent1"/>
                </a:solidFill>
              </a:rPr>
              <a:t>01</a:t>
            </a:r>
          </a:p>
        </p:txBody>
      </p:sp>
      <p:sp>
        <p:nvSpPr>
          <p:cNvPr id="16" name="Текст 15">
            <a:extLst>
              <a:ext uri="{FF2B5EF4-FFF2-40B4-BE49-F238E27FC236}">
                <a16:creationId xmlns:a16="http://schemas.microsoft.com/office/drawing/2014/main" id="{DE8FDF14-E7C8-6EE3-EBD8-B5DDE4F7F60B}"/>
              </a:ext>
            </a:extLst>
          </p:cNvPr>
          <p:cNvSpPr>
            <a:spLocks noGrp="1"/>
          </p:cNvSpPr>
          <p:nvPr>
            <p:ph type="body" sz="quarter" idx="50"/>
          </p:nvPr>
        </p:nvSpPr>
        <p:spPr>
          <a:xfrm>
            <a:off x="3449944" y="1766200"/>
            <a:ext cx="771003" cy="403756"/>
          </a:xfrm>
        </p:spPr>
        <p:txBody>
          <a:bodyPr/>
          <a:lstStyle/>
          <a:p>
            <a:pPr marL="0" indent="0">
              <a:buNone/>
            </a:pPr>
            <a:r>
              <a:rPr lang="ru-RU">
                <a:solidFill>
                  <a:schemeClr val="accent1"/>
                </a:solidFill>
              </a:rPr>
              <a:t>02</a:t>
            </a:r>
          </a:p>
        </p:txBody>
      </p:sp>
      <p:sp>
        <p:nvSpPr>
          <p:cNvPr id="17" name="Текст 16">
            <a:extLst>
              <a:ext uri="{FF2B5EF4-FFF2-40B4-BE49-F238E27FC236}">
                <a16:creationId xmlns:a16="http://schemas.microsoft.com/office/drawing/2014/main" id="{2859F02A-65ED-43C1-C072-8FCD6772DA35}"/>
              </a:ext>
            </a:extLst>
          </p:cNvPr>
          <p:cNvSpPr>
            <a:spLocks noGrp="1"/>
          </p:cNvSpPr>
          <p:nvPr>
            <p:ph type="body" sz="quarter" idx="51"/>
          </p:nvPr>
        </p:nvSpPr>
        <p:spPr>
          <a:xfrm>
            <a:off x="6456363" y="1766043"/>
            <a:ext cx="771003" cy="403913"/>
          </a:xfrm>
        </p:spPr>
        <p:txBody>
          <a:bodyPr/>
          <a:lstStyle/>
          <a:p>
            <a:pPr marL="0" indent="0">
              <a:buNone/>
            </a:pPr>
            <a:r>
              <a:rPr lang="ru-RU">
                <a:solidFill>
                  <a:schemeClr val="accent1"/>
                </a:solidFill>
              </a:rPr>
              <a:t>03</a:t>
            </a:r>
          </a:p>
        </p:txBody>
      </p:sp>
      <p:sp>
        <p:nvSpPr>
          <p:cNvPr id="18" name="Текст 17">
            <a:extLst>
              <a:ext uri="{FF2B5EF4-FFF2-40B4-BE49-F238E27FC236}">
                <a16:creationId xmlns:a16="http://schemas.microsoft.com/office/drawing/2014/main" id="{59F6129C-95BA-0836-7395-00F4830237D5}"/>
              </a:ext>
            </a:extLst>
          </p:cNvPr>
          <p:cNvSpPr>
            <a:spLocks noGrp="1"/>
          </p:cNvSpPr>
          <p:nvPr>
            <p:ph type="body" sz="quarter" idx="52"/>
          </p:nvPr>
        </p:nvSpPr>
        <p:spPr>
          <a:xfrm>
            <a:off x="9407534" y="1772416"/>
            <a:ext cx="771003" cy="423628"/>
          </a:xfrm>
        </p:spPr>
        <p:txBody>
          <a:bodyPr/>
          <a:lstStyle/>
          <a:p>
            <a:pPr marL="0" indent="0">
              <a:buNone/>
            </a:pPr>
            <a:r>
              <a:rPr lang="ru-RU">
                <a:solidFill>
                  <a:schemeClr val="accent1"/>
                </a:solidFill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173911422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A62BB59-6E27-43D2-BF3A-1879F75EAA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Скругленный прямоугольник 7">
            <a:extLst>
              <a:ext uri="{FF2B5EF4-FFF2-40B4-BE49-F238E27FC236}">
                <a16:creationId xmlns:a16="http://schemas.microsoft.com/office/drawing/2014/main" id="{8587F3BD-E802-93BD-3D32-FDF202FEA64D}"/>
              </a:ext>
            </a:extLst>
          </p:cNvPr>
          <p:cNvSpPr/>
          <p:nvPr/>
        </p:nvSpPr>
        <p:spPr>
          <a:xfrm>
            <a:off x="4419477" y="1522006"/>
            <a:ext cx="3399397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9" name="Скругленный прямоугольник 8">
            <a:extLst>
              <a:ext uri="{FF2B5EF4-FFF2-40B4-BE49-F238E27FC236}">
                <a16:creationId xmlns:a16="http://schemas.microsoft.com/office/drawing/2014/main" id="{B6016C66-2F45-3093-7675-966377141ADD}"/>
              </a:ext>
            </a:extLst>
          </p:cNvPr>
          <p:cNvSpPr/>
          <p:nvPr/>
        </p:nvSpPr>
        <p:spPr>
          <a:xfrm>
            <a:off x="8365958" y="1522006"/>
            <a:ext cx="3248506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0" name="Скругленный прямоугольник 9">
            <a:extLst>
              <a:ext uri="{FF2B5EF4-FFF2-40B4-BE49-F238E27FC236}">
                <a16:creationId xmlns:a16="http://schemas.microsoft.com/office/drawing/2014/main" id="{9A68CA47-326C-A498-C456-623193EF0FFA}"/>
              </a:ext>
            </a:extLst>
          </p:cNvPr>
          <p:cNvSpPr/>
          <p:nvPr/>
        </p:nvSpPr>
        <p:spPr>
          <a:xfrm>
            <a:off x="623888" y="1522006"/>
            <a:ext cx="3248506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E769D24B-D4D8-3322-BCAB-77138E02704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17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2" name="Текст 1">
            <a:extLst>
              <a:ext uri="{FF2B5EF4-FFF2-40B4-BE49-F238E27FC236}">
                <a16:creationId xmlns:a16="http://schemas.microsoft.com/office/drawing/2014/main" id="{5DF4935E-10E9-5CA8-85EF-08A77383EBE6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>
          <a:xfrm>
            <a:off x="780565" y="2493074"/>
            <a:ext cx="2965634" cy="423628"/>
          </a:xfrm>
        </p:spPr>
        <p:txBody>
          <a:bodyPr/>
          <a:lstStyle/>
          <a:p>
            <a:pPr marL="0" indent="0">
              <a:buNone/>
            </a:pPr>
            <a:r>
              <a:rPr lang="ru-RU" b="1" sz="1800">
                <a:solidFill>
                  <a:schemeClr val="accent5"/>
                </a:solidFill>
              </a:rPr>
              <a:t>Пилот в УМЦ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863156EE-B99A-3E1C-1DFF-C779A3E1B5D8}"/>
              </a:ext>
            </a:extLst>
          </p:cNvPr>
          <p:cNvSpPr>
            <a:spLocks noGrp="1"/>
          </p:cNvSpPr>
          <p:nvPr>
            <p:ph type="body" sz="quarter" idx="38"/>
          </p:nvPr>
        </p:nvSpPr>
        <p:spPr>
          <a:xfrm>
            <a:off x="780565" y="3128740"/>
            <a:ext cx="2965633" cy="2797928"/>
          </a:xfrm>
        </p:spPr>
        <p:txBody>
          <a:bodyPr/>
          <a:lstStyle/>
          <a:p>
            <a:pPr marL="0" indent="0">
              <a:buNone/>
            </a:pPr>
            <a:r>
              <a:rPr lang="ru-RU" sz="1600">
                <a:solidFill>
                  <a:schemeClr val="tx1"/>
                </a:solidFill>
              </a:rPr>
              <a:t>2–3 преподавателя, замер времени реакции и доли пропущенных пунктов карточки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D5C5649E-E208-17C2-F091-5482CC2FD51B}"/>
              </a:ext>
            </a:extLst>
          </p:cNvPr>
          <p:cNvSpPr>
            <a:spLocks noGrp="1"/>
          </p:cNvSpPr>
          <p:nvPr>
            <p:ph type="body" sz="quarter" idx="39"/>
          </p:nvPr>
        </p:nvSpPr>
        <p:spPr>
          <a:xfrm>
            <a:off x="4623178" y="2493074"/>
            <a:ext cx="3034896" cy="403756"/>
          </a:xfrm>
        </p:spPr>
        <p:txBody>
          <a:bodyPr/>
          <a:lstStyle/>
          <a:p>
            <a:pPr marL="0" indent="0">
              <a:buNone/>
            </a:pPr>
            <a:r>
              <a:rPr lang="ru-RU" b="1" sz="1800">
                <a:solidFill>
                  <a:schemeClr val="accent5"/>
                </a:solidFill>
              </a:rPr>
              <a:t>Методика оценки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9B6AED36-1714-5896-5E97-ECA75EAA24C5}"/>
              </a:ext>
            </a:extLst>
          </p:cNvPr>
          <p:cNvSpPr>
            <a:spLocks noGrp="1"/>
          </p:cNvSpPr>
          <p:nvPr>
            <p:ph type="body" sz="quarter" idx="40"/>
          </p:nvPr>
        </p:nvSpPr>
        <p:spPr>
          <a:xfrm>
            <a:off x="4623178" y="3128740"/>
            <a:ext cx="3034896" cy="2797928"/>
          </a:xfrm>
        </p:spPr>
        <p:txBody>
          <a:bodyPr/>
          <a:lstStyle/>
          <a:p>
            <a:pPr marL="0" indent="0">
              <a:buNone/>
            </a:pPr>
            <a:r>
              <a:rPr lang="ru-RU" sz="1600">
                <a:solidFill>
                  <a:schemeClr val="tx1"/>
                </a:solidFill>
              </a:rPr>
              <a:t>Подключить официальные методики и веса, согласовать их с заказчиком</a:t>
            </a: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AB578740-7F02-5606-0701-43CBE42E6173}"/>
              </a:ext>
            </a:extLst>
          </p:cNvPr>
          <p:cNvSpPr>
            <a:spLocks noGrp="1"/>
          </p:cNvSpPr>
          <p:nvPr>
            <p:ph type="body" sz="quarter" idx="41"/>
          </p:nvPr>
        </p:nvSpPr>
        <p:spPr>
          <a:xfrm>
            <a:off x="8547959" y="2493074"/>
            <a:ext cx="2945464" cy="403913"/>
          </a:xfrm>
        </p:spPr>
        <p:txBody>
          <a:bodyPr/>
          <a:lstStyle/>
          <a:p>
            <a:pPr marL="0" indent="0">
              <a:buNone/>
            </a:pPr>
            <a:r>
              <a:rPr lang="ru-RU" b="1" sz="1800">
                <a:solidFill>
                  <a:schemeClr val="accent5"/>
                </a:solidFill>
              </a:rPr>
              <a:t>Дообучение ИИ</a:t>
            </a: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3143A847-7B5C-EA94-880E-65D8582653EB}"/>
              </a:ext>
            </a:extLst>
          </p:cNvPr>
          <p:cNvSpPr>
            <a:spLocks noGrp="1"/>
          </p:cNvSpPr>
          <p:nvPr>
            <p:ph type="body" sz="quarter" idx="42"/>
          </p:nvPr>
        </p:nvSpPr>
        <p:spPr>
          <a:xfrm>
            <a:off x="8547959" y="3128740"/>
            <a:ext cx="2945464" cy="2797928"/>
          </a:xfrm>
        </p:spPr>
        <p:txBody>
          <a:bodyPr/>
          <a:lstStyle/>
          <a:p>
            <a:pPr marL="0" indent="0">
              <a:buNone/>
            </a:pPr>
            <a:r>
              <a:rPr lang="ru-RU" sz="1600">
                <a:solidFill>
                  <a:schemeClr val="tx1"/>
                </a:solidFill>
              </a:rPr>
              <a:t>Улучшать модель на разметке преподавателей, проверять качество на реальных занятиях</a:t>
            </a:r>
          </a:p>
        </p:txBody>
      </p:sp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93842A3B-9EE0-965C-0EFA-22F6D78D2F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6" y="335426"/>
            <a:ext cx="11331221" cy="376138"/>
          </a:xfrm>
        </p:spPr>
        <p:txBody>
          <a:bodyPr/>
          <a:lstStyle/>
          <a:p>
            <a:r>
              <a:rPr lang="ru-RU" b="1" sz="2400">
                <a:solidFill>
                  <a:schemeClr val="accent5"/>
                </a:solidFill>
              </a:rPr>
              <a:t>ПЛАНЫ РАЗВИТИЯ</a:t>
            </a:r>
          </a:p>
        </p:txBody>
      </p:sp>
      <p:sp>
        <p:nvSpPr>
          <p:cNvPr id="15" name="Текст 14">
            <a:extLst>
              <a:ext uri="{FF2B5EF4-FFF2-40B4-BE49-F238E27FC236}">
                <a16:creationId xmlns:a16="http://schemas.microsoft.com/office/drawing/2014/main" id="{DAEBED94-4F5F-339A-0CCE-082BCC33E925}"/>
              </a:ext>
            </a:extLst>
          </p:cNvPr>
          <p:cNvSpPr>
            <a:spLocks noGrp="1"/>
          </p:cNvSpPr>
          <p:nvPr>
            <p:ph type="body" sz="quarter" idx="49"/>
          </p:nvPr>
        </p:nvSpPr>
        <p:spPr>
          <a:xfrm>
            <a:off x="780565" y="1772415"/>
            <a:ext cx="1311031" cy="601141"/>
          </a:xfrm>
        </p:spPr>
        <p:txBody>
          <a:bodyPr/>
          <a:lstStyle/>
          <a:p>
            <a:pPr marL="0" indent="0">
              <a:buNone/>
            </a:pPr>
            <a:r>
              <a:rPr lang="ru-RU">
                <a:solidFill>
                  <a:schemeClr val="accent1"/>
                </a:solidFill>
              </a:rPr>
              <a:t>01</a:t>
            </a:r>
          </a:p>
        </p:txBody>
      </p:sp>
      <p:sp>
        <p:nvSpPr>
          <p:cNvPr id="16" name="Текст 15">
            <a:extLst>
              <a:ext uri="{FF2B5EF4-FFF2-40B4-BE49-F238E27FC236}">
                <a16:creationId xmlns:a16="http://schemas.microsoft.com/office/drawing/2014/main" id="{01B288C6-447F-2720-CB9D-6F216BD0C554}"/>
              </a:ext>
            </a:extLst>
          </p:cNvPr>
          <p:cNvSpPr>
            <a:spLocks noGrp="1"/>
          </p:cNvSpPr>
          <p:nvPr>
            <p:ph type="body" sz="quarter" idx="50"/>
          </p:nvPr>
        </p:nvSpPr>
        <p:spPr>
          <a:xfrm>
            <a:off x="4615219" y="1766200"/>
            <a:ext cx="1311031" cy="572942"/>
          </a:xfrm>
        </p:spPr>
        <p:txBody>
          <a:bodyPr/>
          <a:lstStyle/>
          <a:p>
            <a:pPr marL="0" indent="0">
              <a:buNone/>
            </a:pPr>
            <a:r>
              <a:rPr lang="ru-RU">
                <a:solidFill>
                  <a:schemeClr val="accent1"/>
                </a:solidFill>
              </a:rPr>
              <a:t>02</a:t>
            </a:r>
          </a:p>
        </p:txBody>
      </p:sp>
      <p:sp>
        <p:nvSpPr>
          <p:cNvPr id="17" name="Текст 16">
            <a:extLst>
              <a:ext uri="{FF2B5EF4-FFF2-40B4-BE49-F238E27FC236}">
                <a16:creationId xmlns:a16="http://schemas.microsoft.com/office/drawing/2014/main" id="{78DB70E8-1110-C23C-1E37-53138E3F8F02}"/>
              </a:ext>
            </a:extLst>
          </p:cNvPr>
          <p:cNvSpPr>
            <a:spLocks noGrp="1"/>
          </p:cNvSpPr>
          <p:nvPr>
            <p:ph type="body" sz="quarter" idx="51"/>
          </p:nvPr>
        </p:nvSpPr>
        <p:spPr>
          <a:xfrm>
            <a:off x="8547959" y="1766043"/>
            <a:ext cx="1311031" cy="573165"/>
          </a:xfrm>
        </p:spPr>
        <p:txBody>
          <a:bodyPr/>
          <a:lstStyle/>
          <a:p>
            <a:pPr marL="0" indent="0">
              <a:buNone/>
            </a:pPr>
            <a:r>
              <a:rPr lang="ru-RU">
                <a:solidFill>
                  <a:schemeClr val="accent1"/>
                </a:solidFill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311221642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Скругленный прямоугольник 7">
            <a:extLst>
              <a:ext uri="{FF2B5EF4-FFF2-40B4-BE49-F238E27FC236}">
                <a16:creationId xmlns:a16="http://schemas.microsoft.com/office/drawing/2014/main" id="{1DEBD50A-B557-2D80-C143-F7BE92E03371}"/>
              </a:ext>
            </a:extLst>
          </p:cNvPr>
          <p:cNvSpPr/>
          <p:nvPr/>
        </p:nvSpPr>
        <p:spPr>
          <a:xfrm>
            <a:off x="429141" y="3008209"/>
            <a:ext cx="3728347" cy="3656826"/>
          </a:xfrm>
          <a:prstGeom prst="roundRect">
            <a:avLst>
              <a:gd name="adj" fmla="val 515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0" name="Скругленный прямоугольник 9">
            <a:extLst>
              <a:ext uri="{FF2B5EF4-FFF2-40B4-BE49-F238E27FC236}">
                <a16:creationId xmlns:a16="http://schemas.microsoft.com/office/drawing/2014/main" id="{557A70F9-C0E6-46AE-6A65-5343A45A5968}"/>
              </a:ext>
            </a:extLst>
          </p:cNvPr>
          <p:cNvSpPr/>
          <p:nvPr/>
        </p:nvSpPr>
        <p:spPr>
          <a:xfrm>
            <a:off x="4327137" y="3008209"/>
            <a:ext cx="3728347" cy="3656826"/>
          </a:xfrm>
          <a:prstGeom prst="roundRect">
            <a:avLst>
              <a:gd name="adj" fmla="val 515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1" name="Скругленный прямоугольник 10">
            <a:extLst>
              <a:ext uri="{FF2B5EF4-FFF2-40B4-BE49-F238E27FC236}">
                <a16:creationId xmlns:a16="http://schemas.microsoft.com/office/drawing/2014/main" id="{81CF4124-313D-FA73-2EF6-2D9FE2D71D5D}"/>
              </a:ext>
            </a:extLst>
          </p:cNvPr>
          <p:cNvSpPr/>
          <p:nvPr/>
        </p:nvSpPr>
        <p:spPr>
          <a:xfrm>
            <a:off x="8225133" y="3008209"/>
            <a:ext cx="3728347" cy="3656826"/>
          </a:xfrm>
          <a:prstGeom prst="roundRect">
            <a:avLst>
              <a:gd name="adj" fmla="val 515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836BC072-4CEB-1CD2-52FE-02A6094518FB}"/>
              </a:ext>
            </a:extLst>
          </p:cNvPr>
          <p:cNvSpPr/>
          <p:nvPr/>
        </p:nvSpPr>
        <p:spPr>
          <a:xfrm>
            <a:off x="346075" y="324562"/>
            <a:ext cx="3111828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7" name="Скругленный прямоугольник 16">
            <a:extLst>
              <a:ext uri="{FF2B5EF4-FFF2-40B4-BE49-F238E27FC236}">
                <a16:creationId xmlns:a16="http://schemas.microsoft.com/office/drawing/2014/main" id="{10651A50-CFFD-C440-F1DF-F703C14C9202}"/>
              </a:ext>
            </a:extLst>
          </p:cNvPr>
          <p:cNvSpPr/>
          <p:nvPr/>
        </p:nvSpPr>
        <p:spPr>
          <a:xfrm>
            <a:off x="5340262" y="1366572"/>
            <a:ext cx="1504594" cy="1401168"/>
          </a:xfrm>
          <a:prstGeom prst="roundRect">
            <a:avLst/>
          </a:prstGeom>
          <a:noFill/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7" name="Скругленный прямоугольник 6">
            <a:extLst>
              <a:ext uri="{FF2B5EF4-FFF2-40B4-BE49-F238E27FC236}">
                <a16:creationId xmlns:a16="http://schemas.microsoft.com/office/drawing/2014/main" id="{2E5EC51C-6A42-A386-6730-F35F8E0CF56A}"/>
              </a:ext>
            </a:extLst>
          </p:cNvPr>
          <p:cNvSpPr/>
          <p:nvPr/>
        </p:nvSpPr>
        <p:spPr>
          <a:xfrm>
            <a:off x="1541018" y="1366572"/>
            <a:ext cx="1504594" cy="1401168"/>
          </a:xfrm>
          <a:prstGeom prst="roundRect">
            <a:avLst/>
          </a:prstGeom>
          <a:noFill/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20C532ED-B059-4872-93FE-25291054D3D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24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908DB357-2788-42D4-93E8-1AB12DB2EE48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616304" y="3286814"/>
            <a:ext cx="3264113" cy="2375115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</a:pPr>
            <a:r>
              <a:rPr lang="ru-RU" b="1" sz="1800">
                <a:solidFill>
                  <a:schemeClr val="tx1"/>
                </a:solidFill>
              </a:rPr>
              <a:t>30 секунд и 3 минуты</a:t>
            </a:r>
          </a:p>
          <a:p>
            <a:pPr marL="0" indent="0">
              <a:buNone/>
            </a:pPr>
            <a:r>
              <a:rPr lang="ru-RU" sz="1800">
                <a:solidFill>
                  <a:schemeClr val="tx1"/>
                </a:solidFill>
              </a:rPr>
              <a:t>Диспетчер должен среагировать на новую карточку за 30 секунд и отработать её за 3 минуты (норматив).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36869BDE-34CE-47D5-B162-82211244B70A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4569890" y="3264544"/>
            <a:ext cx="3264113" cy="2375115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</a:pPr>
            <a:r>
              <a:rPr lang="ru-RU" b="1" sz="1800">
                <a:solidFill>
                  <a:schemeClr val="tx1"/>
                </a:solidFill>
              </a:rPr>
              <a:t>Учиться негде</a:t>
            </a:r>
          </a:p>
          <a:p>
            <a:pPr marL="0" indent="0">
              <a:buNone/>
            </a:pPr>
            <a:r>
              <a:rPr lang="ru-RU" sz="1800">
                <a:solidFill>
                  <a:schemeClr val="tx1"/>
                </a:solidFill>
              </a:rPr>
              <a:t>Практика идёт на действующей системе. Одна буква в адресе («Дубнинская» вместо «Дубининская») отправляет бригаду не туда.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3BF91A14-DF82-4BD9-95C1-96973CFF3F64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8405081" y="3277471"/>
            <a:ext cx="3264113" cy="2375115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</a:pPr>
            <a:r>
              <a:rPr lang="ru-RU" b="1" sz="1800">
                <a:solidFill>
                  <a:schemeClr val="tx1"/>
                </a:solidFill>
              </a:rPr>
              <a:t>Нет общей картины</a:t>
            </a:r>
          </a:p>
          <a:p>
            <a:pPr marL="0" indent="0">
              <a:buNone/>
            </a:pPr>
            <a:r>
              <a:rPr lang="ru-RU" sz="1800">
                <a:solidFill>
                  <a:schemeClr val="tx1"/>
                </a:solidFill>
              </a:rPr>
              <a:t>У преподавателя нет единого рабочего места: вводные задаются вручную, где группа теряет баллы, видно плохо.</a:t>
            </a:r>
          </a:p>
        </p:txBody>
      </p:sp>
      <p:cxnSp>
        <p:nvCxnSpPr>
          <p:cNvPr id="58" name="Google Shape;2799;p94">
            <a:extLst>
              <a:ext uri="{FF2B5EF4-FFF2-40B4-BE49-F238E27FC236}">
                <a16:creationId xmlns:a16="http://schemas.microsoft.com/office/drawing/2014/main" id="{567FA9A9-3099-4088-80A0-9601CEE4D42E}"/>
              </a:ext>
            </a:extLst>
          </p:cNvPr>
          <p:cNvCxnSpPr>
            <a:cxnSpLocks/>
          </p:cNvCxnSpPr>
          <p:nvPr/>
        </p:nvCxnSpPr>
        <p:spPr>
          <a:xfrm flipV="1">
            <a:off x="3041995" y="2120995"/>
            <a:ext cx="2288595" cy="11479"/>
          </a:xfrm>
          <a:prstGeom prst="straightConnector1">
            <a:avLst/>
          </a:prstGeom>
          <a:ln w="127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62" name="Google Shape;2829;p94">
            <a:extLst>
              <a:ext uri="{FF2B5EF4-FFF2-40B4-BE49-F238E27FC236}">
                <a16:creationId xmlns:a16="http://schemas.microsoft.com/office/drawing/2014/main" id="{4C77747E-B18D-4A2B-BA4F-6DC51DACDF20}"/>
              </a:ext>
            </a:extLst>
          </p:cNvPr>
          <p:cNvGrpSpPr/>
          <p:nvPr/>
        </p:nvGrpSpPr>
        <p:grpSpPr>
          <a:xfrm>
            <a:off x="1899087" y="1753233"/>
            <a:ext cx="738531" cy="687909"/>
            <a:chOff x="3385734" y="2233242"/>
            <a:chExt cx="340504" cy="319542"/>
          </a:xfrm>
        </p:grpSpPr>
        <p:sp>
          <p:nvSpPr>
            <p:cNvPr id="63" name="Google Shape;2830;p94">
              <a:extLst>
                <a:ext uri="{FF2B5EF4-FFF2-40B4-BE49-F238E27FC236}">
                  <a16:creationId xmlns:a16="http://schemas.microsoft.com/office/drawing/2014/main" id="{F538E3A9-5C7B-406B-80D1-B9EEBFF33FF0}"/>
                </a:ext>
              </a:extLst>
            </p:cNvPr>
            <p:cNvSpPr/>
            <p:nvPr/>
          </p:nvSpPr>
          <p:spPr>
            <a:xfrm>
              <a:off x="3385734" y="2233242"/>
              <a:ext cx="340504" cy="319542"/>
            </a:xfrm>
            <a:custGeom>
              <a:avLst/>
              <a:gdLst/>
              <a:ahLst/>
              <a:cxnLst/>
              <a:rect l="l" t="t" r="r" b="b"/>
              <a:pathLst>
                <a:path w="10122" h="9289" extrusionOk="0">
                  <a:moveTo>
                    <a:pt x="9574" y="310"/>
                  </a:moveTo>
                  <a:cubicBezTo>
                    <a:pt x="9717" y="310"/>
                    <a:pt x="9812" y="406"/>
                    <a:pt x="9812" y="549"/>
                  </a:cubicBezTo>
                  <a:lnTo>
                    <a:pt x="9812" y="5669"/>
                  </a:lnTo>
                  <a:lnTo>
                    <a:pt x="8622" y="5669"/>
                  </a:lnTo>
                  <a:cubicBezTo>
                    <a:pt x="8550" y="5669"/>
                    <a:pt x="8479" y="5740"/>
                    <a:pt x="8479" y="5812"/>
                  </a:cubicBezTo>
                  <a:cubicBezTo>
                    <a:pt x="8479" y="5907"/>
                    <a:pt x="8550" y="5978"/>
                    <a:pt x="8622" y="5978"/>
                  </a:cubicBezTo>
                  <a:lnTo>
                    <a:pt x="9812" y="5978"/>
                  </a:lnTo>
                  <a:lnTo>
                    <a:pt x="9812" y="6455"/>
                  </a:lnTo>
                  <a:cubicBezTo>
                    <a:pt x="9812" y="6597"/>
                    <a:pt x="9717" y="6717"/>
                    <a:pt x="9574" y="6717"/>
                  </a:cubicBezTo>
                  <a:lnTo>
                    <a:pt x="549" y="6717"/>
                  </a:lnTo>
                  <a:cubicBezTo>
                    <a:pt x="406" y="6717"/>
                    <a:pt x="287" y="6597"/>
                    <a:pt x="287" y="6455"/>
                  </a:cubicBezTo>
                  <a:lnTo>
                    <a:pt x="287" y="5978"/>
                  </a:lnTo>
                  <a:lnTo>
                    <a:pt x="7979" y="5978"/>
                  </a:lnTo>
                  <a:cubicBezTo>
                    <a:pt x="8050" y="5978"/>
                    <a:pt x="8122" y="5907"/>
                    <a:pt x="8122" y="5812"/>
                  </a:cubicBezTo>
                  <a:cubicBezTo>
                    <a:pt x="8122" y="5740"/>
                    <a:pt x="8050" y="5669"/>
                    <a:pt x="7979" y="5669"/>
                  </a:cubicBezTo>
                  <a:lnTo>
                    <a:pt x="6216" y="5669"/>
                  </a:lnTo>
                  <a:lnTo>
                    <a:pt x="6216" y="310"/>
                  </a:lnTo>
                  <a:close/>
                  <a:moveTo>
                    <a:pt x="5335" y="7002"/>
                  </a:moveTo>
                  <a:lnTo>
                    <a:pt x="5335" y="7193"/>
                  </a:lnTo>
                  <a:cubicBezTo>
                    <a:pt x="5335" y="7360"/>
                    <a:pt x="5216" y="7479"/>
                    <a:pt x="5049" y="7479"/>
                  </a:cubicBezTo>
                  <a:cubicBezTo>
                    <a:pt x="4907" y="7479"/>
                    <a:pt x="4764" y="7360"/>
                    <a:pt x="4764" y="7193"/>
                  </a:cubicBezTo>
                  <a:lnTo>
                    <a:pt x="4764" y="7002"/>
                  </a:lnTo>
                  <a:close/>
                  <a:moveTo>
                    <a:pt x="6073" y="7002"/>
                  </a:moveTo>
                  <a:lnTo>
                    <a:pt x="6169" y="8241"/>
                  </a:lnTo>
                  <a:lnTo>
                    <a:pt x="3954" y="8241"/>
                  </a:lnTo>
                  <a:lnTo>
                    <a:pt x="4049" y="7002"/>
                  </a:lnTo>
                  <a:lnTo>
                    <a:pt x="4478" y="7002"/>
                  </a:lnTo>
                  <a:lnTo>
                    <a:pt x="4478" y="7193"/>
                  </a:lnTo>
                  <a:cubicBezTo>
                    <a:pt x="4478" y="7526"/>
                    <a:pt x="4740" y="7788"/>
                    <a:pt x="5049" y="7788"/>
                  </a:cubicBezTo>
                  <a:cubicBezTo>
                    <a:pt x="5383" y="7788"/>
                    <a:pt x="5645" y="7526"/>
                    <a:pt x="5645" y="7193"/>
                  </a:cubicBezTo>
                  <a:lnTo>
                    <a:pt x="5645" y="7002"/>
                  </a:lnTo>
                  <a:close/>
                  <a:moveTo>
                    <a:pt x="6859" y="8526"/>
                  </a:moveTo>
                  <a:cubicBezTo>
                    <a:pt x="6883" y="8526"/>
                    <a:pt x="6907" y="8550"/>
                    <a:pt x="6907" y="8574"/>
                  </a:cubicBezTo>
                  <a:lnTo>
                    <a:pt x="6907" y="8955"/>
                  </a:lnTo>
                  <a:cubicBezTo>
                    <a:pt x="6907" y="8979"/>
                    <a:pt x="6883" y="9003"/>
                    <a:pt x="6859" y="9003"/>
                  </a:cubicBezTo>
                  <a:lnTo>
                    <a:pt x="3263" y="9003"/>
                  </a:lnTo>
                  <a:cubicBezTo>
                    <a:pt x="3240" y="9003"/>
                    <a:pt x="3216" y="8979"/>
                    <a:pt x="3216" y="8955"/>
                  </a:cubicBezTo>
                  <a:lnTo>
                    <a:pt x="3216" y="8574"/>
                  </a:lnTo>
                  <a:cubicBezTo>
                    <a:pt x="3216" y="8550"/>
                    <a:pt x="3240" y="8526"/>
                    <a:pt x="3263" y="8526"/>
                  </a:cubicBezTo>
                  <a:close/>
                  <a:moveTo>
                    <a:pt x="549" y="1"/>
                  </a:moveTo>
                  <a:cubicBezTo>
                    <a:pt x="239" y="1"/>
                    <a:pt x="1" y="239"/>
                    <a:pt x="1" y="549"/>
                  </a:cubicBezTo>
                  <a:lnTo>
                    <a:pt x="1" y="1477"/>
                  </a:lnTo>
                  <a:cubicBezTo>
                    <a:pt x="1" y="1573"/>
                    <a:pt x="72" y="1644"/>
                    <a:pt x="144" y="1644"/>
                  </a:cubicBezTo>
                  <a:cubicBezTo>
                    <a:pt x="215" y="1644"/>
                    <a:pt x="287" y="1573"/>
                    <a:pt x="287" y="1477"/>
                  </a:cubicBezTo>
                  <a:lnTo>
                    <a:pt x="287" y="549"/>
                  </a:lnTo>
                  <a:cubicBezTo>
                    <a:pt x="287" y="406"/>
                    <a:pt x="406" y="310"/>
                    <a:pt x="549" y="310"/>
                  </a:cubicBezTo>
                  <a:lnTo>
                    <a:pt x="5907" y="310"/>
                  </a:lnTo>
                  <a:lnTo>
                    <a:pt x="5907" y="5669"/>
                  </a:lnTo>
                  <a:lnTo>
                    <a:pt x="287" y="5669"/>
                  </a:lnTo>
                  <a:lnTo>
                    <a:pt x="287" y="2144"/>
                  </a:lnTo>
                  <a:cubicBezTo>
                    <a:pt x="287" y="2049"/>
                    <a:pt x="239" y="2001"/>
                    <a:pt x="144" y="2001"/>
                  </a:cubicBezTo>
                  <a:cubicBezTo>
                    <a:pt x="72" y="2001"/>
                    <a:pt x="1" y="2049"/>
                    <a:pt x="1" y="2144"/>
                  </a:cubicBezTo>
                  <a:lnTo>
                    <a:pt x="1" y="6455"/>
                  </a:lnTo>
                  <a:cubicBezTo>
                    <a:pt x="1" y="6764"/>
                    <a:pt x="239" y="7002"/>
                    <a:pt x="549" y="7002"/>
                  </a:cubicBezTo>
                  <a:lnTo>
                    <a:pt x="3763" y="7002"/>
                  </a:lnTo>
                  <a:lnTo>
                    <a:pt x="3644" y="8241"/>
                  </a:lnTo>
                  <a:lnTo>
                    <a:pt x="3263" y="8241"/>
                  </a:lnTo>
                  <a:cubicBezTo>
                    <a:pt x="3073" y="8241"/>
                    <a:pt x="2930" y="8384"/>
                    <a:pt x="2930" y="8574"/>
                  </a:cubicBezTo>
                  <a:lnTo>
                    <a:pt x="2930" y="8955"/>
                  </a:lnTo>
                  <a:cubicBezTo>
                    <a:pt x="2930" y="9146"/>
                    <a:pt x="3073" y="9288"/>
                    <a:pt x="3263" y="9288"/>
                  </a:cubicBezTo>
                  <a:lnTo>
                    <a:pt x="6859" y="9288"/>
                  </a:lnTo>
                  <a:cubicBezTo>
                    <a:pt x="7050" y="9288"/>
                    <a:pt x="7193" y="9146"/>
                    <a:pt x="7193" y="8955"/>
                  </a:cubicBezTo>
                  <a:lnTo>
                    <a:pt x="7193" y="8574"/>
                  </a:lnTo>
                  <a:cubicBezTo>
                    <a:pt x="7193" y="8384"/>
                    <a:pt x="7050" y="8241"/>
                    <a:pt x="6859" y="8241"/>
                  </a:cubicBezTo>
                  <a:lnTo>
                    <a:pt x="6478" y="8241"/>
                  </a:lnTo>
                  <a:lnTo>
                    <a:pt x="6359" y="7002"/>
                  </a:lnTo>
                  <a:lnTo>
                    <a:pt x="9574" y="7002"/>
                  </a:lnTo>
                  <a:cubicBezTo>
                    <a:pt x="9860" y="7002"/>
                    <a:pt x="10122" y="6764"/>
                    <a:pt x="10122" y="6455"/>
                  </a:cubicBezTo>
                  <a:lnTo>
                    <a:pt x="10122" y="549"/>
                  </a:lnTo>
                  <a:cubicBezTo>
                    <a:pt x="10122" y="239"/>
                    <a:pt x="9884" y="1"/>
                    <a:pt x="9574" y="1"/>
                  </a:cubicBezTo>
                  <a:close/>
                </a:path>
              </a:pathLst>
            </a:custGeom>
            <a:solidFill>
              <a:srgbClr val="FD0C5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4" name="Google Shape;2831;p94">
              <a:extLst>
                <a:ext uri="{FF2B5EF4-FFF2-40B4-BE49-F238E27FC236}">
                  <a16:creationId xmlns:a16="http://schemas.microsoft.com/office/drawing/2014/main" id="{6A25AEAC-89F0-49CB-B7BE-42F11987AD9D}"/>
                </a:ext>
              </a:extLst>
            </p:cNvPr>
            <p:cNvSpPr/>
            <p:nvPr/>
          </p:nvSpPr>
          <p:spPr>
            <a:xfrm>
              <a:off x="3420989" y="2296022"/>
              <a:ext cx="143441" cy="113382"/>
            </a:xfrm>
            <a:custGeom>
              <a:avLst/>
              <a:gdLst/>
              <a:ahLst/>
              <a:cxnLst/>
              <a:rect l="l" t="t" r="r" b="b"/>
              <a:pathLst>
                <a:path w="4264" h="3296" extrusionOk="0">
                  <a:moveTo>
                    <a:pt x="3897" y="0"/>
                  </a:moveTo>
                  <a:cubicBezTo>
                    <a:pt x="3848" y="0"/>
                    <a:pt x="3805" y="22"/>
                    <a:pt x="3787" y="57"/>
                  </a:cubicBezTo>
                  <a:lnTo>
                    <a:pt x="2835" y="1176"/>
                  </a:lnTo>
                  <a:lnTo>
                    <a:pt x="2596" y="986"/>
                  </a:lnTo>
                  <a:cubicBezTo>
                    <a:pt x="2573" y="962"/>
                    <a:pt x="2537" y="950"/>
                    <a:pt x="2501" y="950"/>
                  </a:cubicBezTo>
                  <a:cubicBezTo>
                    <a:pt x="2465" y="950"/>
                    <a:pt x="2430" y="962"/>
                    <a:pt x="2406" y="986"/>
                  </a:cubicBezTo>
                  <a:lnTo>
                    <a:pt x="1811" y="1629"/>
                  </a:lnTo>
                  <a:lnTo>
                    <a:pt x="1096" y="1367"/>
                  </a:lnTo>
                  <a:cubicBezTo>
                    <a:pt x="1084" y="1355"/>
                    <a:pt x="1066" y="1349"/>
                    <a:pt x="1045" y="1349"/>
                  </a:cubicBezTo>
                  <a:cubicBezTo>
                    <a:pt x="1025" y="1349"/>
                    <a:pt x="1001" y="1355"/>
                    <a:pt x="977" y="1367"/>
                  </a:cubicBezTo>
                  <a:lnTo>
                    <a:pt x="286" y="1772"/>
                  </a:lnTo>
                  <a:lnTo>
                    <a:pt x="286" y="462"/>
                  </a:lnTo>
                  <a:cubicBezTo>
                    <a:pt x="286" y="391"/>
                    <a:pt x="239" y="319"/>
                    <a:pt x="144" y="319"/>
                  </a:cubicBezTo>
                  <a:cubicBezTo>
                    <a:pt x="72" y="319"/>
                    <a:pt x="1" y="391"/>
                    <a:pt x="1" y="462"/>
                  </a:cubicBezTo>
                  <a:lnTo>
                    <a:pt x="1" y="3153"/>
                  </a:lnTo>
                  <a:cubicBezTo>
                    <a:pt x="1" y="3225"/>
                    <a:pt x="72" y="3296"/>
                    <a:pt x="144" y="3296"/>
                  </a:cubicBezTo>
                  <a:lnTo>
                    <a:pt x="4121" y="3296"/>
                  </a:lnTo>
                  <a:cubicBezTo>
                    <a:pt x="4192" y="3296"/>
                    <a:pt x="4263" y="3225"/>
                    <a:pt x="4263" y="3153"/>
                  </a:cubicBezTo>
                  <a:cubicBezTo>
                    <a:pt x="4263" y="3082"/>
                    <a:pt x="4216" y="3010"/>
                    <a:pt x="4121" y="3010"/>
                  </a:cubicBezTo>
                  <a:lnTo>
                    <a:pt x="4049" y="3010"/>
                  </a:lnTo>
                  <a:lnTo>
                    <a:pt x="4049" y="2200"/>
                  </a:lnTo>
                  <a:cubicBezTo>
                    <a:pt x="4049" y="2105"/>
                    <a:pt x="3978" y="2034"/>
                    <a:pt x="3906" y="2034"/>
                  </a:cubicBezTo>
                  <a:cubicBezTo>
                    <a:pt x="3811" y="2034"/>
                    <a:pt x="3739" y="2105"/>
                    <a:pt x="3739" y="2200"/>
                  </a:cubicBezTo>
                  <a:lnTo>
                    <a:pt x="3739" y="3010"/>
                  </a:lnTo>
                  <a:lnTo>
                    <a:pt x="3382" y="3010"/>
                  </a:lnTo>
                  <a:lnTo>
                    <a:pt x="3382" y="2891"/>
                  </a:lnTo>
                  <a:cubicBezTo>
                    <a:pt x="3382" y="2820"/>
                    <a:pt x="3311" y="2748"/>
                    <a:pt x="3239" y="2748"/>
                  </a:cubicBezTo>
                  <a:cubicBezTo>
                    <a:pt x="3144" y="2748"/>
                    <a:pt x="3073" y="2796"/>
                    <a:pt x="3073" y="2891"/>
                  </a:cubicBezTo>
                  <a:lnTo>
                    <a:pt x="3073" y="3010"/>
                  </a:lnTo>
                  <a:lnTo>
                    <a:pt x="2573" y="3010"/>
                  </a:lnTo>
                  <a:lnTo>
                    <a:pt x="2573" y="2891"/>
                  </a:lnTo>
                  <a:cubicBezTo>
                    <a:pt x="2573" y="2820"/>
                    <a:pt x="2525" y="2748"/>
                    <a:pt x="2430" y="2748"/>
                  </a:cubicBezTo>
                  <a:cubicBezTo>
                    <a:pt x="2358" y="2748"/>
                    <a:pt x="2287" y="2796"/>
                    <a:pt x="2287" y="2891"/>
                  </a:cubicBezTo>
                  <a:lnTo>
                    <a:pt x="2287" y="3010"/>
                  </a:lnTo>
                  <a:lnTo>
                    <a:pt x="1787" y="3010"/>
                  </a:lnTo>
                  <a:lnTo>
                    <a:pt x="1787" y="2891"/>
                  </a:lnTo>
                  <a:cubicBezTo>
                    <a:pt x="1787" y="2820"/>
                    <a:pt x="1715" y="2748"/>
                    <a:pt x="1644" y="2748"/>
                  </a:cubicBezTo>
                  <a:cubicBezTo>
                    <a:pt x="1549" y="2748"/>
                    <a:pt x="1501" y="2796"/>
                    <a:pt x="1501" y="2891"/>
                  </a:cubicBezTo>
                  <a:lnTo>
                    <a:pt x="1501" y="3010"/>
                  </a:lnTo>
                  <a:lnTo>
                    <a:pt x="1001" y="3010"/>
                  </a:lnTo>
                  <a:lnTo>
                    <a:pt x="1001" y="2891"/>
                  </a:lnTo>
                  <a:cubicBezTo>
                    <a:pt x="1001" y="2820"/>
                    <a:pt x="929" y="2748"/>
                    <a:pt x="834" y="2748"/>
                  </a:cubicBezTo>
                  <a:cubicBezTo>
                    <a:pt x="763" y="2748"/>
                    <a:pt x="691" y="2796"/>
                    <a:pt x="691" y="2891"/>
                  </a:cubicBezTo>
                  <a:lnTo>
                    <a:pt x="691" y="3010"/>
                  </a:lnTo>
                  <a:lnTo>
                    <a:pt x="286" y="3010"/>
                  </a:lnTo>
                  <a:lnTo>
                    <a:pt x="286" y="2105"/>
                  </a:lnTo>
                  <a:lnTo>
                    <a:pt x="1048" y="1653"/>
                  </a:lnTo>
                  <a:lnTo>
                    <a:pt x="1811" y="1962"/>
                  </a:lnTo>
                  <a:cubicBezTo>
                    <a:pt x="1823" y="1969"/>
                    <a:pt x="1838" y="1972"/>
                    <a:pt x="1853" y="1972"/>
                  </a:cubicBezTo>
                  <a:cubicBezTo>
                    <a:pt x="1893" y="1972"/>
                    <a:pt x="1936" y="1950"/>
                    <a:pt x="1953" y="1915"/>
                  </a:cubicBezTo>
                  <a:lnTo>
                    <a:pt x="2525" y="1296"/>
                  </a:lnTo>
                  <a:lnTo>
                    <a:pt x="2763" y="1486"/>
                  </a:lnTo>
                  <a:cubicBezTo>
                    <a:pt x="2795" y="1518"/>
                    <a:pt x="2828" y="1531"/>
                    <a:pt x="2860" y="1531"/>
                  </a:cubicBezTo>
                  <a:cubicBezTo>
                    <a:pt x="2899" y="1531"/>
                    <a:pt x="2938" y="1512"/>
                    <a:pt x="2977" y="1486"/>
                  </a:cubicBezTo>
                  <a:lnTo>
                    <a:pt x="3739" y="557"/>
                  </a:lnTo>
                  <a:lnTo>
                    <a:pt x="3739" y="1534"/>
                  </a:lnTo>
                  <a:cubicBezTo>
                    <a:pt x="3739" y="1629"/>
                    <a:pt x="3811" y="1677"/>
                    <a:pt x="3882" y="1677"/>
                  </a:cubicBezTo>
                  <a:cubicBezTo>
                    <a:pt x="3978" y="1677"/>
                    <a:pt x="4049" y="1629"/>
                    <a:pt x="4049" y="1534"/>
                  </a:cubicBezTo>
                  <a:lnTo>
                    <a:pt x="4049" y="152"/>
                  </a:lnTo>
                  <a:cubicBezTo>
                    <a:pt x="4049" y="81"/>
                    <a:pt x="4001" y="33"/>
                    <a:pt x="3954" y="10"/>
                  </a:cubicBezTo>
                  <a:cubicBezTo>
                    <a:pt x="3935" y="3"/>
                    <a:pt x="3916" y="0"/>
                    <a:pt x="3897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5" name="Google Shape;2832;p94">
              <a:extLst>
                <a:ext uri="{FF2B5EF4-FFF2-40B4-BE49-F238E27FC236}">
                  <a16:creationId xmlns:a16="http://schemas.microsoft.com/office/drawing/2014/main" id="{3504136F-174E-465D-95D8-13EE2C34474F}"/>
                </a:ext>
              </a:extLst>
            </p:cNvPr>
            <p:cNvSpPr/>
            <p:nvPr/>
          </p:nvSpPr>
          <p:spPr>
            <a:xfrm>
              <a:off x="3451433" y="2319276"/>
              <a:ext cx="9655" cy="13966"/>
            </a:xfrm>
            <a:custGeom>
              <a:avLst/>
              <a:gdLst/>
              <a:ahLst/>
              <a:cxnLst/>
              <a:rect l="l" t="t" r="r" b="b"/>
              <a:pathLst>
                <a:path w="287" h="406" extrusionOk="0">
                  <a:moveTo>
                    <a:pt x="143" y="0"/>
                  </a:moveTo>
                  <a:cubicBezTo>
                    <a:pt x="72" y="0"/>
                    <a:pt x="1" y="72"/>
                    <a:pt x="1" y="167"/>
                  </a:cubicBezTo>
                  <a:lnTo>
                    <a:pt x="1" y="262"/>
                  </a:lnTo>
                  <a:cubicBezTo>
                    <a:pt x="1" y="358"/>
                    <a:pt x="72" y="405"/>
                    <a:pt x="143" y="405"/>
                  </a:cubicBezTo>
                  <a:cubicBezTo>
                    <a:pt x="239" y="405"/>
                    <a:pt x="286" y="358"/>
                    <a:pt x="286" y="262"/>
                  </a:cubicBezTo>
                  <a:lnTo>
                    <a:pt x="286" y="167"/>
                  </a:lnTo>
                  <a:cubicBezTo>
                    <a:pt x="286" y="72"/>
                    <a:pt x="239" y="0"/>
                    <a:pt x="143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6" name="Google Shape;2833;p94">
              <a:extLst>
                <a:ext uri="{FF2B5EF4-FFF2-40B4-BE49-F238E27FC236}">
                  <a16:creationId xmlns:a16="http://schemas.microsoft.com/office/drawing/2014/main" id="{1A03FD0C-7738-4A35-B44B-4D9C0E75CBAB}"/>
                </a:ext>
              </a:extLst>
            </p:cNvPr>
            <p:cNvSpPr/>
            <p:nvPr/>
          </p:nvSpPr>
          <p:spPr>
            <a:xfrm>
              <a:off x="3500312" y="2305344"/>
              <a:ext cx="10428" cy="13966"/>
            </a:xfrm>
            <a:custGeom>
              <a:avLst/>
              <a:gdLst/>
              <a:ahLst/>
              <a:cxnLst/>
              <a:rect l="l" t="t" r="r" b="b"/>
              <a:pathLst>
                <a:path w="310" h="406" extrusionOk="0">
                  <a:moveTo>
                    <a:pt x="143" y="1"/>
                  </a:moveTo>
                  <a:cubicBezTo>
                    <a:pt x="72" y="1"/>
                    <a:pt x="0" y="72"/>
                    <a:pt x="0" y="143"/>
                  </a:cubicBezTo>
                  <a:lnTo>
                    <a:pt x="0" y="262"/>
                  </a:lnTo>
                  <a:cubicBezTo>
                    <a:pt x="0" y="334"/>
                    <a:pt x="72" y="405"/>
                    <a:pt x="143" y="405"/>
                  </a:cubicBezTo>
                  <a:cubicBezTo>
                    <a:pt x="238" y="405"/>
                    <a:pt x="310" y="334"/>
                    <a:pt x="310" y="262"/>
                  </a:cubicBezTo>
                  <a:lnTo>
                    <a:pt x="310" y="143"/>
                  </a:lnTo>
                  <a:cubicBezTo>
                    <a:pt x="310" y="72"/>
                    <a:pt x="238" y="1"/>
                    <a:pt x="143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7" name="Google Shape;2834;p94">
              <a:extLst>
                <a:ext uri="{FF2B5EF4-FFF2-40B4-BE49-F238E27FC236}">
                  <a16:creationId xmlns:a16="http://schemas.microsoft.com/office/drawing/2014/main" id="{66009B1B-C6FD-49B8-8022-7BA95FBA9273}"/>
                </a:ext>
              </a:extLst>
            </p:cNvPr>
            <p:cNvSpPr/>
            <p:nvPr/>
          </p:nvSpPr>
          <p:spPr>
            <a:xfrm>
              <a:off x="3546769" y="2275038"/>
              <a:ext cx="10462" cy="13966"/>
            </a:xfrm>
            <a:custGeom>
              <a:avLst/>
              <a:gdLst/>
              <a:ahLst/>
              <a:cxnLst/>
              <a:rect l="l" t="t" r="r" b="b"/>
              <a:pathLst>
                <a:path w="311" h="406" extrusionOk="0">
                  <a:moveTo>
                    <a:pt x="167" y="0"/>
                  </a:moveTo>
                  <a:cubicBezTo>
                    <a:pt x="72" y="0"/>
                    <a:pt x="0" y="48"/>
                    <a:pt x="0" y="143"/>
                  </a:cubicBezTo>
                  <a:lnTo>
                    <a:pt x="0" y="239"/>
                  </a:lnTo>
                  <a:cubicBezTo>
                    <a:pt x="0" y="334"/>
                    <a:pt x="72" y="405"/>
                    <a:pt x="167" y="405"/>
                  </a:cubicBezTo>
                  <a:cubicBezTo>
                    <a:pt x="239" y="405"/>
                    <a:pt x="310" y="334"/>
                    <a:pt x="310" y="239"/>
                  </a:cubicBezTo>
                  <a:lnTo>
                    <a:pt x="310" y="143"/>
                  </a:lnTo>
                  <a:cubicBezTo>
                    <a:pt x="310" y="48"/>
                    <a:pt x="239" y="0"/>
                    <a:pt x="167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8" name="Google Shape;2835;p94">
              <a:extLst>
                <a:ext uri="{FF2B5EF4-FFF2-40B4-BE49-F238E27FC236}">
                  <a16:creationId xmlns:a16="http://schemas.microsoft.com/office/drawing/2014/main" id="{842A40FB-E85F-45B5-A562-0F31875BC8DD}"/>
                </a:ext>
              </a:extLst>
            </p:cNvPr>
            <p:cNvSpPr/>
            <p:nvPr/>
          </p:nvSpPr>
          <p:spPr>
            <a:xfrm>
              <a:off x="3420989" y="2260280"/>
              <a:ext cx="27282" cy="9873"/>
            </a:xfrm>
            <a:custGeom>
              <a:avLst/>
              <a:gdLst/>
              <a:ahLst/>
              <a:cxnLst/>
              <a:rect l="l" t="t" r="r" b="b"/>
              <a:pathLst>
                <a:path w="811" h="287" extrusionOk="0">
                  <a:moveTo>
                    <a:pt x="144" y="1"/>
                  </a:moveTo>
                  <a:cubicBezTo>
                    <a:pt x="72" y="1"/>
                    <a:pt x="1" y="72"/>
                    <a:pt x="1" y="144"/>
                  </a:cubicBezTo>
                  <a:cubicBezTo>
                    <a:pt x="1" y="239"/>
                    <a:pt x="72" y="287"/>
                    <a:pt x="144" y="287"/>
                  </a:cubicBezTo>
                  <a:lnTo>
                    <a:pt x="667" y="287"/>
                  </a:lnTo>
                  <a:cubicBezTo>
                    <a:pt x="739" y="287"/>
                    <a:pt x="810" y="239"/>
                    <a:pt x="810" y="144"/>
                  </a:cubicBezTo>
                  <a:cubicBezTo>
                    <a:pt x="810" y="72"/>
                    <a:pt x="739" y="1"/>
                    <a:pt x="667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9" name="Google Shape;2836;p94">
              <a:extLst>
                <a:ext uri="{FF2B5EF4-FFF2-40B4-BE49-F238E27FC236}">
                  <a16:creationId xmlns:a16="http://schemas.microsoft.com/office/drawing/2014/main" id="{543973E7-B229-4280-95BA-F224FDE6583D}"/>
                </a:ext>
              </a:extLst>
            </p:cNvPr>
            <p:cNvSpPr/>
            <p:nvPr/>
          </p:nvSpPr>
          <p:spPr>
            <a:xfrm>
              <a:off x="3420989" y="2279131"/>
              <a:ext cx="47298" cy="10698"/>
            </a:xfrm>
            <a:custGeom>
              <a:avLst/>
              <a:gdLst/>
              <a:ahLst/>
              <a:cxnLst/>
              <a:rect l="l" t="t" r="r" b="b"/>
              <a:pathLst>
                <a:path w="1406" h="311" extrusionOk="0">
                  <a:moveTo>
                    <a:pt x="144" y="0"/>
                  </a:moveTo>
                  <a:cubicBezTo>
                    <a:pt x="72" y="0"/>
                    <a:pt x="1" y="72"/>
                    <a:pt x="1" y="143"/>
                  </a:cubicBezTo>
                  <a:cubicBezTo>
                    <a:pt x="1" y="239"/>
                    <a:pt x="72" y="310"/>
                    <a:pt x="144" y="310"/>
                  </a:cubicBezTo>
                  <a:lnTo>
                    <a:pt x="1239" y="310"/>
                  </a:lnTo>
                  <a:cubicBezTo>
                    <a:pt x="1334" y="310"/>
                    <a:pt x="1406" y="239"/>
                    <a:pt x="1406" y="143"/>
                  </a:cubicBezTo>
                  <a:cubicBezTo>
                    <a:pt x="1406" y="72"/>
                    <a:pt x="1334" y="0"/>
                    <a:pt x="1239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0" name="Google Shape;2837;p94">
              <a:extLst>
                <a:ext uri="{FF2B5EF4-FFF2-40B4-BE49-F238E27FC236}">
                  <a16:creationId xmlns:a16="http://schemas.microsoft.com/office/drawing/2014/main" id="{41575783-12EF-40FC-B478-EC50906BBB87}"/>
                </a:ext>
              </a:extLst>
            </p:cNvPr>
            <p:cNvSpPr/>
            <p:nvPr/>
          </p:nvSpPr>
          <p:spPr>
            <a:xfrm>
              <a:off x="3640490" y="2276689"/>
              <a:ext cx="31285" cy="54077"/>
            </a:xfrm>
            <a:custGeom>
              <a:avLst/>
              <a:gdLst/>
              <a:ahLst/>
              <a:cxnLst/>
              <a:rect l="l" t="t" r="r" b="b"/>
              <a:pathLst>
                <a:path w="930" h="1572" extrusionOk="0">
                  <a:moveTo>
                    <a:pt x="453" y="0"/>
                  </a:moveTo>
                  <a:cubicBezTo>
                    <a:pt x="382" y="0"/>
                    <a:pt x="310" y="48"/>
                    <a:pt x="310" y="143"/>
                  </a:cubicBezTo>
                  <a:lnTo>
                    <a:pt x="310" y="167"/>
                  </a:lnTo>
                  <a:cubicBezTo>
                    <a:pt x="144" y="214"/>
                    <a:pt x="1" y="357"/>
                    <a:pt x="1" y="548"/>
                  </a:cubicBezTo>
                  <a:cubicBezTo>
                    <a:pt x="1" y="762"/>
                    <a:pt x="167" y="929"/>
                    <a:pt x="382" y="929"/>
                  </a:cubicBezTo>
                  <a:lnTo>
                    <a:pt x="525" y="929"/>
                  </a:lnTo>
                  <a:cubicBezTo>
                    <a:pt x="572" y="929"/>
                    <a:pt x="620" y="976"/>
                    <a:pt x="620" y="1024"/>
                  </a:cubicBezTo>
                  <a:cubicBezTo>
                    <a:pt x="620" y="1072"/>
                    <a:pt x="572" y="1119"/>
                    <a:pt x="525" y="1119"/>
                  </a:cubicBezTo>
                  <a:lnTo>
                    <a:pt x="382" y="1119"/>
                  </a:lnTo>
                  <a:cubicBezTo>
                    <a:pt x="358" y="1119"/>
                    <a:pt x="310" y="1095"/>
                    <a:pt x="310" y="1048"/>
                  </a:cubicBezTo>
                  <a:cubicBezTo>
                    <a:pt x="293" y="994"/>
                    <a:pt x="234" y="967"/>
                    <a:pt x="176" y="967"/>
                  </a:cubicBezTo>
                  <a:cubicBezTo>
                    <a:pt x="157" y="967"/>
                    <a:pt x="138" y="970"/>
                    <a:pt x="120" y="976"/>
                  </a:cubicBezTo>
                  <a:cubicBezTo>
                    <a:pt x="48" y="1024"/>
                    <a:pt x="1" y="1095"/>
                    <a:pt x="48" y="1167"/>
                  </a:cubicBezTo>
                  <a:cubicBezTo>
                    <a:pt x="96" y="1286"/>
                    <a:pt x="191" y="1381"/>
                    <a:pt x="310" y="1405"/>
                  </a:cubicBezTo>
                  <a:cubicBezTo>
                    <a:pt x="310" y="1500"/>
                    <a:pt x="382" y="1572"/>
                    <a:pt x="453" y="1572"/>
                  </a:cubicBezTo>
                  <a:cubicBezTo>
                    <a:pt x="549" y="1572"/>
                    <a:pt x="620" y="1500"/>
                    <a:pt x="620" y="1405"/>
                  </a:cubicBezTo>
                  <a:cubicBezTo>
                    <a:pt x="787" y="1357"/>
                    <a:pt x="930" y="1215"/>
                    <a:pt x="930" y="1024"/>
                  </a:cubicBezTo>
                  <a:cubicBezTo>
                    <a:pt x="930" y="810"/>
                    <a:pt x="739" y="643"/>
                    <a:pt x="525" y="643"/>
                  </a:cubicBezTo>
                  <a:lnTo>
                    <a:pt x="382" y="643"/>
                  </a:lnTo>
                  <a:cubicBezTo>
                    <a:pt x="334" y="643"/>
                    <a:pt x="310" y="595"/>
                    <a:pt x="310" y="548"/>
                  </a:cubicBezTo>
                  <a:cubicBezTo>
                    <a:pt x="310" y="500"/>
                    <a:pt x="334" y="453"/>
                    <a:pt x="382" y="453"/>
                  </a:cubicBezTo>
                  <a:lnTo>
                    <a:pt x="525" y="453"/>
                  </a:lnTo>
                  <a:cubicBezTo>
                    <a:pt x="572" y="453"/>
                    <a:pt x="596" y="476"/>
                    <a:pt x="620" y="500"/>
                  </a:cubicBezTo>
                  <a:cubicBezTo>
                    <a:pt x="635" y="546"/>
                    <a:pt x="681" y="573"/>
                    <a:pt x="730" y="573"/>
                  </a:cubicBezTo>
                  <a:cubicBezTo>
                    <a:pt x="757" y="573"/>
                    <a:pt x="785" y="565"/>
                    <a:pt x="810" y="548"/>
                  </a:cubicBezTo>
                  <a:cubicBezTo>
                    <a:pt x="882" y="500"/>
                    <a:pt x="906" y="405"/>
                    <a:pt x="858" y="333"/>
                  </a:cubicBezTo>
                  <a:cubicBezTo>
                    <a:pt x="787" y="238"/>
                    <a:pt x="715" y="191"/>
                    <a:pt x="620" y="167"/>
                  </a:cubicBezTo>
                  <a:lnTo>
                    <a:pt x="620" y="143"/>
                  </a:lnTo>
                  <a:cubicBezTo>
                    <a:pt x="620" y="48"/>
                    <a:pt x="549" y="0"/>
                    <a:pt x="453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1" name="Google Shape;2838;p94">
              <a:extLst>
                <a:ext uri="{FF2B5EF4-FFF2-40B4-BE49-F238E27FC236}">
                  <a16:creationId xmlns:a16="http://schemas.microsoft.com/office/drawing/2014/main" id="{6F0CCC03-3E72-49CA-80F0-A626E2390658}"/>
                </a:ext>
              </a:extLst>
            </p:cNvPr>
            <p:cNvSpPr/>
            <p:nvPr/>
          </p:nvSpPr>
          <p:spPr>
            <a:xfrm>
              <a:off x="3614049" y="2260280"/>
              <a:ext cx="84167" cy="86069"/>
            </a:xfrm>
            <a:custGeom>
              <a:avLst/>
              <a:gdLst/>
              <a:ahLst/>
              <a:cxnLst/>
              <a:rect l="l" t="t" r="r" b="b"/>
              <a:pathLst>
                <a:path w="2502" h="2502" extrusionOk="0">
                  <a:moveTo>
                    <a:pt x="1239" y="287"/>
                  </a:moveTo>
                  <a:cubicBezTo>
                    <a:pt x="1763" y="287"/>
                    <a:pt x="2216" y="715"/>
                    <a:pt x="2216" y="1263"/>
                  </a:cubicBezTo>
                  <a:cubicBezTo>
                    <a:pt x="2216" y="1787"/>
                    <a:pt x="1787" y="2215"/>
                    <a:pt x="1239" y="2215"/>
                  </a:cubicBezTo>
                  <a:cubicBezTo>
                    <a:pt x="715" y="2215"/>
                    <a:pt x="287" y="1787"/>
                    <a:pt x="287" y="1263"/>
                  </a:cubicBezTo>
                  <a:cubicBezTo>
                    <a:pt x="287" y="715"/>
                    <a:pt x="715" y="287"/>
                    <a:pt x="1239" y="287"/>
                  </a:cubicBezTo>
                  <a:close/>
                  <a:moveTo>
                    <a:pt x="1239" y="1"/>
                  </a:moveTo>
                  <a:cubicBezTo>
                    <a:pt x="549" y="1"/>
                    <a:pt x="1" y="548"/>
                    <a:pt x="1" y="1239"/>
                  </a:cubicBezTo>
                  <a:cubicBezTo>
                    <a:pt x="1" y="1954"/>
                    <a:pt x="549" y="2501"/>
                    <a:pt x="1239" y="2501"/>
                  </a:cubicBezTo>
                  <a:cubicBezTo>
                    <a:pt x="1930" y="2501"/>
                    <a:pt x="2501" y="1954"/>
                    <a:pt x="2501" y="1239"/>
                  </a:cubicBezTo>
                  <a:cubicBezTo>
                    <a:pt x="2501" y="572"/>
                    <a:pt x="1930" y="1"/>
                    <a:pt x="1239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2" name="Google Shape;2839;p94">
              <a:extLst>
                <a:ext uri="{FF2B5EF4-FFF2-40B4-BE49-F238E27FC236}">
                  <a16:creationId xmlns:a16="http://schemas.microsoft.com/office/drawing/2014/main" id="{18635451-A733-4CC9-B50F-300CE78CFF2E}"/>
                </a:ext>
              </a:extLst>
            </p:cNvPr>
            <p:cNvSpPr/>
            <p:nvPr/>
          </p:nvSpPr>
          <p:spPr>
            <a:xfrm>
              <a:off x="3610046" y="2358595"/>
              <a:ext cx="45717" cy="10698"/>
            </a:xfrm>
            <a:custGeom>
              <a:avLst/>
              <a:gdLst/>
              <a:ahLst/>
              <a:cxnLst/>
              <a:rect l="l" t="t" r="r" b="b"/>
              <a:pathLst>
                <a:path w="1359" h="311" extrusionOk="0">
                  <a:moveTo>
                    <a:pt x="144" y="0"/>
                  </a:moveTo>
                  <a:cubicBezTo>
                    <a:pt x="48" y="0"/>
                    <a:pt x="1" y="72"/>
                    <a:pt x="1" y="143"/>
                  </a:cubicBezTo>
                  <a:cubicBezTo>
                    <a:pt x="1" y="239"/>
                    <a:pt x="48" y="310"/>
                    <a:pt x="144" y="310"/>
                  </a:cubicBezTo>
                  <a:lnTo>
                    <a:pt x="1215" y="310"/>
                  </a:lnTo>
                  <a:cubicBezTo>
                    <a:pt x="1287" y="310"/>
                    <a:pt x="1358" y="239"/>
                    <a:pt x="1358" y="143"/>
                  </a:cubicBezTo>
                  <a:cubicBezTo>
                    <a:pt x="1358" y="72"/>
                    <a:pt x="1311" y="0"/>
                    <a:pt x="1215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3" name="Google Shape;2840;p94">
              <a:extLst>
                <a:ext uri="{FF2B5EF4-FFF2-40B4-BE49-F238E27FC236}">
                  <a16:creationId xmlns:a16="http://schemas.microsoft.com/office/drawing/2014/main" id="{26780036-310A-4D31-A416-A5EB695F5FF5}"/>
                </a:ext>
              </a:extLst>
            </p:cNvPr>
            <p:cNvSpPr/>
            <p:nvPr/>
          </p:nvSpPr>
          <p:spPr>
            <a:xfrm>
              <a:off x="3671742" y="2379063"/>
              <a:ext cx="25667" cy="9873"/>
            </a:xfrm>
            <a:custGeom>
              <a:avLst/>
              <a:gdLst/>
              <a:ahLst/>
              <a:cxnLst/>
              <a:rect l="l" t="t" r="r" b="b"/>
              <a:pathLst>
                <a:path w="763" h="287" extrusionOk="0">
                  <a:moveTo>
                    <a:pt x="143" y="1"/>
                  </a:moveTo>
                  <a:cubicBezTo>
                    <a:pt x="48" y="1"/>
                    <a:pt x="1" y="48"/>
                    <a:pt x="1" y="144"/>
                  </a:cubicBezTo>
                  <a:cubicBezTo>
                    <a:pt x="1" y="215"/>
                    <a:pt x="48" y="287"/>
                    <a:pt x="143" y="287"/>
                  </a:cubicBezTo>
                  <a:lnTo>
                    <a:pt x="596" y="287"/>
                  </a:lnTo>
                  <a:cubicBezTo>
                    <a:pt x="691" y="287"/>
                    <a:pt x="763" y="215"/>
                    <a:pt x="763" y="144"/>
                  </a:cubicBezTo>
                  <a:cubicBezTo>
                    <a:pt x="763" y="72"/>
                    <a:pt x="691" y="1"/>
                    <a:pt x="596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4" name="Google Shape;2841;p94">
              <a:extLst>
                <a:ext uri="{FF2B5EF4-FFF2-40B4-BE49-F238E27FC236}">
                  <a16:creationId xmlns:a16="http://schemas.microsoft.com/office/drawing/2014/main" id="{76A8C9FE-70F9-46C6-890D-45DD60BFE8B2}"/>
                </a:ext>
              </a:extLst>
            </p:cNvPr>
            <p:cNvSpPr/>
            <p:nvPr/>
          </p:nvSpPr>
          <p:spPr>
            <a:xfrm>
              <a:off x="3610046" y="2379063"/>
              <a:ext cx="28897" cy="9873"/>
            </a:xfrm>
            <a:custGeom>
              <a:avLst/>
              <a:gdLst/>
              <a:ahLst/>
              <a:cxnLst/>
              <a:rect l="l" t="t" r="r" b="b"/>
              <a:pathLst>
                <a:path w="859" h="287" extrusionOk="0">
                  <a:moveTo>
                    <a:pt x="144" y="1"/>
                  </a:moveTo>
                  <a:cubicBezTo>
                    <a:pt x="48" y="1"/>
                    <a:pt x="1" y="48"/>
                    <a:pt x="1" y="144"/>
                  </a:cubicBezTo>
                  <a:cubicBezTo>
                    <a:pt x="1" y="215"/>
                    <a:pt x="48" y="287"/>
                    <a:pt x="144" y="287"/>
                  </a:cubicBezTo>
                  <a:lnTo>
                    <a:pt x="715" y="287"/>
                  </a:lnTo>
                  <a:cubicBezTo>
                    <a:pt x="787" y="287"/>
                    <a:pt x="858" y="215"/>
                    <a:pt x="858" y="144"/>
                  </a:cubicBezTo>
                  <a:cubicBezTo>
                    <a:pt x="858" y="72"/>
                    <a:pt x="811" y="1"/>
                    <a:pt x="715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5" name="Google Shape;2842;p94">
              <a:extLst>
                <a:ext uri="{FF2B5EF4-FFF2-40B4-BE49-F238E27FC236}">
                  <a16:creationId xmlns:a16="http://schemas.microsoft.com/office/drawing/2014/main" id="{97FED165-3DBA-426F-92BB-B0C3DB516285}"/>
                </a:ext>
              </a:extLst>
            </p:cNvPr>
            <p:cNvSpPr/>
            <p:nvPr/>
          </p:nvSpPr>
          <p:spPr>
            <a:xfrm>
              <a:off x="3646108" y="2379063"/>
              <a:ext cx="19276" cy="9873"/>
            </a:xfrm>
            <a:custGeom>
              <a:avLst/>
              <a:gdLst/>
              <a:ahLst/>
              <a:cxnLst/>
              <a:rect l="l" t="t" r="r" b="b"/>
              <a:pathLst>
                <a:path w="573" h="287" extrusionOk="0">
                  <a:moveTo>
                    <a:pt x="143" y="1"/>
                  </a:moveTo>
                  <a:cubicBezTo>
                    <a:pt x="72" y="1"/>
                    <a:pt x="0" y="48"/>
                    <a:pt x="0" y="144"/>
                  </a:cubicBezTo>
                  <a:cubicBezTo>
                    <a:pt x="0" y="215"/>
                    <a:pt x="72" y="287"/>
                    <a:pt x="143" y="287"/>
                  </a:cubicBezTo>
                  <a:lnTo>
                    <a:pt x="429" y="287"/>
                  </a:lnTo>
                  <a:cubicBezTo>
                    <a:pt x="501" y="287"/>
                    <a:pt x="572" y="215"/>
                    <a:pt x="572" y="144"/>
                  </a:cubicBezTo>
                  <a:cubicBezTo>
                    <a:pt x="572" y="72"/>
                    <a:pt x="501" y="1"/>
                    <a:pt x="429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6" name="Google Shape;2843;p94">
              <a:extLst>
                <a:ext uri="{FF2B5EF4-FFF2-40B4-BE49-F238E27FC236}">
                  <a16:creationId xmlns:a16="http://schemas.microsoft.com/office/drawing/2014/main" id="{386E4A42-856C-4795-ABCB-63A7928B33C3}"/>
                </a:ext>
              </a:extLst>
            </p:cNvPr>
            <p:cNvSpPr/>
            <p:nvPr/>
          </p:nvSpPr>
          <p:spPr>
            <a:xfrm>
              <a:off x="3610046" y="2398740"/>
              <a:ext cx="86556" cy="10664"/>
            </a:xfrm>
            <a:custGeom>
              <a:avLst/>
              <a:gdLst/>
              <a:ahLst/>
              <a:cxnLst/>
              <a:rect l="l" t="t" r="r" b="b"/>
              <a:pathLst>
                <a:path w="2573" h="310" extrusionOk="0">
                  <a:moveTo>
                    <a:pt x="144" y="0"/>
                  </a:moveTo>
                  <a:cubicBezTo>
                    <a:pt x="48" y="0"/>
                    <a:pt x="1" y="72"/>
                    <a:pt x="1" y="143"/>
                  </a:cubicBezTo>
                  <a:cubicBezTo>
                    <a:pt x="1" y="239"/>
                    <a:pt x="48" y="310"/>
                    <a:pt x="144" y="310"/>
                  </a:cubicBezTo>
                  <a:lnTo>
                    <a:pt x="2430" y="310"/>
                  </a:lnTo>
                  <a:cubicBezTo>
                    <a:pt x="2525" y="310"/>
                    <a:pt x="2573" y="239"/>
                    <a:pt x="2573" y="143"/>
                  </a:cubicBezTo>
                  <a:cubicBezTo>
                    <a:pt x="2573" y="72"/>
                    <a:pt x="2525" y="0"/>
                    <a:pt x="2430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</p:grpSp>
      <p:grpSp>
        <p:nvGrpSpPr>
          <p:cNvPr id="80" name="Google Shape;2818;p94">
            <a:extLst>
              <a:ext uri="{FF2B5EF4-FFF2-40B4-BE49-F238E27FC236}">
                <a16:creationId xmlns:a16="http://schemas.microsoft.com/office/drawing/2014/main" id="{C0241749-B161-4D51-AE4A-9F151E800A9E}"/>
              </a:ext>
            </a:extLst>
          </p:cNvPr>
          <p:cNvGrpSpPr/>
          <p:nvPr/>
        </p:nvGrpSpPr>
        <p:grpSpPr>
          <a:xfrm>
            <a:off x="5710488" y="1722647"/>
            <a:ext cx="738531" cy="731528"/>
            <a:chOff x="4078718" y="2222819"/>
            <a:chExt cx="340504" cy="339803"/>
          </a:xfrm>
        </p:grpSpPr>
        <p:sp>
          <p:nvSpPr>
            <p:cNvPr id="84" name="Google Shape;2819;p94">
              <a:extLst>
                <a:ext uri="{FF2B5EF4-FFF2-40B4-BE49-F238E27FC236}">
                  <a16:creationId xmlns:a16="http://schemas.microsoft.com/office/drawing/2014/main" id="{148574C2-EBD4-4199-9829-8DFDEA9C78B4}"/>
                </a:ext>
              </a:extLst>
            </p:cNvPr>
            <p:cNvSpPr/>
            <p:nvPr/>
          </p:nvSpPr>
          <p:spPr>
            <a:xfrm>
              <a:off x="4267775" y="2311674"/>
              <a:ext cx="17661" cy="13382"/>
            </a:xfrm>
            <a:custGeom>
              <a:avLst/>
              <a:gdLst/>
              <a:ahLst/>
              <a:cxnLst/>
              <a:rect l="l" t="t" r="r" b="b"/>
              <a:pathLst>
                <a:path w="525" h="389" extrusionOk="0">
                  <a:moveTo>
                    <a:pt x="348" y="1"/>
                  </a:moveTo>
                  <a:cubicBezTo>
                    <a:pt x="335" y="1"/>
                    <a:pt x="323" y="3"/>
                    <a:pt x="310" y="7"/>
                  </a:cubicBezTo>
                  <a:lnTo>
                    <a:pt x="96" y="102"/>
                  </a:lnTo>
                  <a:cubicBezTo>
                    <a:pt x="24" y="126"/>
                    <a:pt x="1" y="221"/>
                    <a:pt x="24" y="293"/>
                  </a:cubicBezTo>
                  <a:cubicBezTo>
                    <a:pt x="48" y="340"/>
                    <a:pt x="96" y="388"/>
                    <a:pt x="143" y="388"/>
                  </a:cubicBezTo>
                  <a:cubicBezTo>
                    <a:pt x="167" y="388"/>
                    <a:pt x="191" y="388"/>
                    <a:pt x="215" y="364"/>
                  </a:cubicBezTo>
                  <a:lnTo>
                    <a:pt x="405" y="293"/>
                  </a:lnTo>
                  <a:cubicBezTo>
                    <a:pt x="477" y="269"/>
                    <a:pt x="524" y="174"/>
                    <a:pt x="501" y="102"/>
                  </a:cubicBezTo>
                  <a:cubicBezTo>
                    <a:pt x="461" y="44"/>
                    <a:pt x="406" y="1"/>
                    <a:pt x="348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85" name="Google Shape;2820;p94">
              <a:extLst>
                <a:ext uri="{FF2B5EF4-FFF2-40B4-BE49-F238E27FC236}">
                  <a16:creationId xmlns:a16="http://schemas.microsoft.com/office/drawing/2014/main" id="{57E0AF51-B6FC-41BD-911C-FDDBED10DCD6}"/>
                </a:ext>
              </a:extLst>
            </p:cNvPr>
            <p:cNvSpPr/>
            <p:nvPr/>
          </p:nvSpPr>
          <p:spPr>
            <a:xfrm>
              <a:off x="4257347" y="2292719"/>
              <a:ext cx="16080" cy="15927"/>
            </a:xfrm>
            <a:custGeom>
              <a:avLst/>
              <a:gdLst/>
              <a:ahLst/>
              <a:cxnLst/>
              <a:rect l="l" t="t" r="r" b="b"/>
              <a:pathLst>
                <a:path w="478" h="463" extrusionOk="0">
                  <a:moveTo>
                    <a:pt x="298" y="1"/>
                  </a:moveTo>
                  <a:cubicBezTo>
                    <a:pt x="258" y="1"/>
                    <a:pt x="218" y="19"/>
                    <a:pt x="191" y="58"/>
                  </a:cubicBezTo>
                  <a:lnTo>
                    <a:pt x="49" y="225"/>
                  </a:lnTo>
                  <a:cubicBezTo>
                    <a:pt x="1" y="296"/>
                    <a:pt x="25" y="391"/>
                    <a:pt x="96" y="439"/>
                  </a:cubicBezTo>
                  <a:cubicBezTo>
                    <a:pt x="120" y="463"/>
                    <a:pt x="144" y="463"/>
                    <a:pt x="168" y="463"/>
                  </a:cubicBezTo>
                  <a:cubicBezTo>
                    <a:pt x="215" y="463"/>
                    <a:pt x="263" y="439"/>
                    <a:pt x="287" y="415"/>
                  </a:cubicBezTo>
                  <a:lnTo>
                    <a:pt x="430" y="225"/>
                  </a:lnTo>
                  <a:cubicBezTo>
                    <a:pt x="477" y="177"/>
                    <a:pt x="453" y="82"/>
                    <a:pt x="382" y="34"/>
                  </a:cubicBezTo>
                  <a:cubicBezTo>
                    <a:pt x="361" y="13"/>
                    <a:pt x="330" y="1"/>
                    <a:pt x="298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86" name="Google Shape;2821;p94">
              <a:extLst>
                <a:ext uri="{FF2B5EF4-FFF2-40B4-BE49-F238E27FC236}">
                  <a16:creationId xmlns:a16="http://schemas.microsoft.com/office/drawing/2014/main" id="{57B8954A-C826-4A9B-B657-89922358B024}"/>
                </a:ext>
              </a:extLst>
            </p:cNvPr>
            <p:cNvSpPr/>
            <p:nvPr/>
          </p:nvSpPr>
          <p:spPr>
            <a:xfrm>
              <a:off x="4271778" y="2333208"/>
              <a:ext cx="17661" cy="11490"/>
            </a:xfrm>
            <a:custGeom>
              <a:avLst/>
              <a:gdLst/>
              <a:ahLst/>
              <a:cxnLst/>
              <a:rect l="l" t="t" r="r" b="b"/>
              <a:pathLst>
                <a:path w="525" h="334" extrusionOk="0">
                  <a:moveTo>
                    <a:pt x="191" y="0"/>
                  </a:moveTo>
                  <a:cubicBezTo>
                    <a:pt x="96" y="0"/>
                    <a:pt x="24" y="48"/>
                    <a:pt x="24" y="119"/>
                  </a:cubicBezTo>
                  <a:cubicBezTo>
                    <a:pt x="1" y="215"/>
                    <a:pt x="48" y="286"/>
                    <a:pt x="143" y="286"/>
                  </a:cubicBezTo>
                  <a:lnTo>
                    <a:pt x="358" y="334"/>
                  </a:lnTo>
                  <a:lnTo>
                    <a:pt x="382" y="334"/>
                  </a:lnTo>
                  <a:cubicBezTo>
                    <a:pt x="453" y="334"/>
                    <a:pt x="501" y="286"/>
                    <a:pt x="525" y="215"/>
                  </a:cubicBezTo>
                  <a:cubicBezTo>
                    <a:pt x="525" y="119"/>
                    <a:pt x="477" y="48"/>
                    <a:pt x="405" y="48"/>
                  </a:cubicBezTo>
                  <a:lnTo>
                    <a:pt x="191" y="0"/>
                  </a:ln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87" name="Google Shape;2822;p94">
              <a:extLst>
                <a:ext uri="{FF2B5EF4-FFF2-40B4-BE49-F238E27FC236}">
                  <a16:creationId xmlns:a16="http://schemas.microsoft.com/office/drawing/2014/main" id="{0E034DD0-4B55-4B91-A037-3246A0A29407}"/>
                </a:ext>
              </a:extLst>
            </p:cNvPr>
            <p:cNvSpPr/>
            <p:nvPr/>
          </p:nvSpPr>
          <p:spPr>
            <a:xfrm>
              <a:off x="4078718" y="2222819"/>
              <a:ext cx="340504" cy="339803"/>
            </a:xfrm>
            <a:custGeom>
              <a:avLst/>
              <a:gdLst/>
              <a:ahLst/>
              <a:cxnLst/>
              <a:rect l="l" t="t" r="r" b="b"/>
              <a:pathLst>
                <a:path w="10122" h="9878" extrusionOk="0">
                  <a:moveTo>
                    <a:pt x="4787" y="423"/>
                  </a:moveTo>
                  <a:lnTo>
                    <a:pt x="6168" y="994"/>
                  </a:lnTo>
                  <a:lnTo>
                    <a:pt x="5240" y="1376"/>
                  </a:lnTo>
                  <a:cubicBezTo>
                    <a:pt x="5233" y="1382"/>
                    <a:pt x="5226" y="1385"/>
                    <a:pt x="5219" y="1385"/>
                  </a:cubicBezTo>
                  <a:cubicBezTo>
                    <a:pt x="5202" y="1385"/>
                    <a:pt x="5185" y="1369"/>
                    <a:pt x="5168" y="1352"/>
                  </a:cubicBezTo>
                  <a:lnTo>
                    <a:pt x="4787" y="423"/>
                  </a:lnTo>
                  <a:close/>
                  <a:moveTo>
                    <a:pt x="8216" y="2066"/>
                  </a:moveTo>
                  <a:cubicBezTo>
                    <a:pt x="8264" y="2066"/>
                    <a:pt x="8312" y="2090"/>
                    <a:pt x="8312" y="2138"/>
                  </a:cubicBezTo>
                  <a:lnTo>
                    <a:pt x="8312" y="2566"/>
                  </a:lnTo>
                  <a:cubicBezTo>
                    <a:pt x="8312" y="2614"/>
                    <a:pt x="8264" y="2661"/>
                    <a:pt x="8216" y="2661"/>
                  </a:cubicBezTo>
                  <a:lnTo>
                    <a:pt x="7407" y="2661"/>
                  </a:lnTo>
                  <a:lnTo>
                    <a:pt x="7168" y="2066"/>
                  </a:lnTo>
                  <a:close/>
                  <a:moveTo>
                    <a:pt x="8788" y="1280"/>
                  </a:moveTo>
                  <a:cubicBezTo>
                    <a:pt x="8931" y="1280"/>
                    <a:pt x="9050" y="1399"/>
                    <a:pt x="9050" y="1542"/>
                  </a:cubicBezTo>
                  <a:lnTo>
                    <a:pt x="9050" y="3924"/>
                  </a:lnTo>
                  <a:lnTo>
                    <a:pt x="7954" y="3924"/>
                  </a:lnTo>
                  <a:lnTo>
                    <a:pt x="7550" y="2947"/>
                  </a:lnTo>
                  <a:lnTo>
                    <a:pt x="8216" y="2947"/>
                  </a:lnTo>
                  <a:cubicBezTo>
                    <a:pt x="8431" y="2947"/>
                    <a:pt x="8597" y="2781"/>
                    <a:pt x="8597" y="2566"/>
                  </a:cubicBezTo>
                  <a:lnTo>
                    <a:pt x="8597" y="2138"/>
                  </a:lnTo>
                  <a:cubicBezTo>
                    <a:pt x="8597" y="1923"/>
                    <a:pt x="8431" y="1757"/>
                    <a:pt x="8216" y="1757"/>
                  </a:cubicBezTo>
                  <a:lnTo>
                    <a:pt x="7049" y="1757"/>
                  </a:lnTo>
                  <a:lnTo>
                    <a:pt x="6835" y="1280"/>
                  </a:lnTo>
                  <a:close/>
                  <a:moveTo>
                    <a:pt x="4430" y="352"/>
                  </a:moveTo>
                  <a:lnTo>
                    <a:pt x="4906" y="1471"/>
                  </a:lnTo>
                  <a:cubicBezTo>
                    <a:pt x="4954" y="1614"/>
                    <a:pt x="5073" y="1685"/>
                    <a:pt x="5216" y="1685"/>
                  </a:cubicBezTo>
                  <a:cubicBezTo>
                    <a:pt x="5263" y="1685"/>
                    <a:pt x="5311" y="1685"/>
                    <a:pt x="5359" y="1661"/>
                  </a:cubicBezTo>
                  <a:lnTo>
                    <a:pt x="6478" y="1185"/>
                  </a:lnTo>
                  <a:lnTo>
                    <a:pt x="7621" y="3947"/>
                  </a:lnTo>
                  <a:lnTo>
                    <a:pt x="6907" y="3947"/>
                  </a:lnTo>
                  <a:cubicBezTo>
                    <a:pt x="6835" y="3947"/>
                    <a:pt x="6764" y="3995"/>
                    <a:pt x="6764" y="4090"/>
                  </a:cubicBezTo>
                  <a:cubicBezTo>
                    <a:pt x="6764" y="4162"/>
                    <a:pt x="6835" y="4233"/>
                    <a:pt x="6907" y="4233"/>
                  </a:cubicBezTo>
                  <a:lnTo>
                    <a:pt x="9574" y="4233"/>
                  </a:lnTo>
                  <a:cubicBezTo>
                    <a:pt x="9717" y="4233"/>
                    <a:pt x="9812" y="4352"/>
                    <a:pt x="9812" y="4471"/>
                  </a:cubicBezTo>
                  <a:lnTo>
                    <a:pt x="9812" y="8972"/>
                  </a:lnTo>
                  <a:cubicBezTo>
                    <a:pt x="9812" y="9330"/>
                    <a:pt x="9550" y="9591"/>
                    <a:pt x="9193" y="9591"/>
                  </a:cubicBezTo>
                  <a:lnTo>
                    <a:pt x="1596" y="9591"/>
                  </a:lnTo>
                  <a:cubicBezTo>
                    <a:pt x="1739" y="9425"/>
                    <a:pt x="1834" y="9210"/>
                    <a:pt x="1834" y="8972"/>
                  </a:cubicBezTo>
                  <a:lnTo>
                    <a:pt x="1834" y="7353"/>
                  </a:lnTo>
                  <a:cubicBezTo>
                    <a:pt x="1834" y="7281"/>
                    <a:pt x="1763" y="7210"/>
                    <a:pt x="1667" y="7210"/>
                  </a:cubicBezTo>
                  <a:cubicBezTo>
                    <a:pt x="1596" y="7210"/>
                    <a:pt x="1524" y="7281"/>
                    <a:pt x="1524" y="7353"/>
                  </a:cubicBezTo>
                  <a:lnTo>
                    <a:pt x="1524" y="8972"/>
                  </a:lnTo>
                  <a:cubicBezTo>
                    <a:pt x="1524" y="9330"/>
                    <a:pt x="1262" y="9591"/>
                    <a:pt x="905" y="9591"/>
                  </a:cubicBezTo>
                  <a:cubicBezTo>
                    <a:pt x="572" y="9591"/>
                    <a:pt x="286" y="9330"/>
                    <a:pt x="286" y="8972"/>
                  </a:cubicBezTo>
                  <a:lnTo>
                    <a:pt x="286" y="2590"/>
                  </a:lnTo>
                  <a:cubicBezTo>
                    <a:pt x="286" y="2447"/>
                    <a:pt x="405" y="2328"/>
                    <a:pt x="548" y="2328"/>
                  </a:cubicBezTo>
                  <a:lnTo>
                    <a:pt x="834" y="2328"/>
                  </a:lnTo>
                  <a:lnTo>
                    <a:pt x="1120" y="3066"/>
                  </a:lnTo>
                  <a:cubicBezTo>
                    <a:pt x="1155" y="3120"/>
                    <a:pt x="1204" y="3147"/>
                    <a:pt x="1257" y="3147"/>
                  </a:cubicBezTo>
                  <a:cubicBezTo>
                    <a:pt x="1274" y="3147"/>
                    <a:pt x="1292" y="3144"/>
                    <a:pt x="1310" y="3138"/>
                  </a:cubicBezTo>
                  <a:cubicBezTo>
                    <a:pt x="1382" y="3114"/>
                    <a:pt x="1429" y="3019"/>
                    <a:pt x="1405" y="2947"/>
                  </a:cubicBezTo>
                  <a:lnTo>
                    <a:pt x="953" y="1876"/>
                  </a:lnTo>
                  <a:cubicBezTo>
                    <a:pt x="929" y="1852"/>
                    <a:pt x="953" y="1804"/>
                    <a:pt x="977" y="1804"/>
                  </a:cubicBezTo>
                  <a:lnTo>
                    <a:pt x="4430" y="352"/>
                  </a:lnTo>
                  <a:close/>
                  <a:moveTo>
                    <a:pt x="4513" y="0"/>
                  </a:moveTo>
                  <a:cubicBezTo>
                    <a:pt x="4495" y="0"/>
                    <a:pt x="4477" y="6"/>
                    <a:pt x="4454" y="18"/>
                  </a:cubicBezTo>
                  <a:lnTo>
                    <a:pt x="858" y="1518"/>
                  </a:lnTo>
                  <a:cubicBezTo>
                    <a:pt x="691" y="1590"/>
                    <a:pt x="596" y="1804"/>
                    <a:pt x="667" y="1971"/>
                  </a:cubicBezTo>
                  <a:lnTo>
                    <a:pt x="691" y="2042"/>
                  </a:lnTo>
                  <a:lnTo>
                    <a:pt x="548" y="2042"/>
                  </a:lnTo>
                  <a:cubicBezTo>
                    <a:pt x="238" y="2042"/>
                    <a:pt x="0" y="2280"/>
                    <a:pt x="0" y="2590"/>
                  </a:cubicBezTo>
                  <a:lnTo>
                    <a:pt x="0" y="8972"/>
                  </a:lnTo>
                  <a:cubicBezTo>
                    <a:pt x="0" y="9472"/>
                    <a:pt x="405" y="9877"/>
                    <a:pt x="905" y="9877"/>
                  </a:cubicBezTo>
                  <a:lnTo>
                    <a:pt x="9193" y="9877"/>
                  </a:lnTo>
                  <a:cubicBezTo>
                    <a:pt x="9717" y="9877"/>
                    <a:pt x="10121" y="9472"/>
                    <a:pt x="10121" y="8972"/>
                  </a:cubicBezTo>
                  <a:lnTo>
                    <a:pt x="10121" y="4471"/>
                  </a:lnTo>
                  <a:cubicBezTo>
                    <a:pt x="10121" y="4162"/>
                    <a:pt x="9860" y="3924"/>
                    <a:pt x="9574" y="3924"/>
                  </a:cubicBezTo>
                  <a:lnTo>
                    <a:pt x="9336" y="3924"/>
                  </a:lnTo>
                  <a:lnTo>
                    <a:pt x="9336" y="1542"/>
                  </a:lnTo>
                  <a:cubicBezTo>
                    <a:pt x="9336" y="1233"/>
                    <a:pt x="9097" y="994"/>
                    <a:pt x="8788" y="994"/>
                  </a:cubicBezTo>
                  <a:lnTo>
                    <a:pt x="6716" y="994"/>
                  </a:lnTo>
                  <a:lnTo>
                    <a:pt x="6692" y="923"/>
                  </a:lnTo>
                  <a:cubicBezTo>
                    <a:pt x="6668" y="899"/>
                    <a:pt x="6645" y="852"/>
                    <a:pt x="6621" y="852"/>
                  </a:cubicBezTo>
                  <a:lnTo>
                    <a:pt x="4573" y="18"/>
                  </a:lnTo>
                  <a:cubicBezTo>
                    <a:pt x="4549" y="6"/>
                    <a:pt x="4531" y="0"/>
                    <a:pt x="4513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88" name="Google Shape;2823;p94">
              <a:extLst>
                <a:ext uri="{FF2B5EF4-FFF2-40B4-BE49-F238E27FC236}">
                  <a16:creationId xmlns:a16="http://schemas.microsoft.com/office/drawing/2014/main" id="{06B94662-6FE6-4CF5-B934-EE5CBA83D325}"/>
                </a:ext>
              </a:extLst>
            </p:cNvPr>
            <p:cNvSpPr/>
            <p:nvPr/>
          </p:nvSpPr>
          <p:spPr>
            <a:xfrm>
              <a:off x="4123561" y="2296744"/>
              <a:ext cx="170689" cy="161818"/>
            </a:xfrm>
            <a:custGeom>
              <a:avLst/>
              <a:gdLst/>
              <a:ahLst/>
              <a:cxnLst/>
              <a:rect l="l" t="t" r="r" b="b"/>
              <a:pathLst>
                <a:path w="5074" h="4704" extrusionOk="0">
                  <a:moveTo>
                    <a:pt x="2760" y="301"/>
                  </a:moveTo>
                  <a:cubicBezTo>
                    <a:pt x="2892" y="301"/>
                    <a:pt x="3021" y="325"/>
                    <a:pt x="3144" y="370"/>
                  </a:cubicBezTo>
                  <a:cubicBezTo>
                    <a:pt x="3430" y="489"/>
                    <a:pt x="3645" y="703"/>
                    <a:pt x="3740" y="965"/>
                  </a:cubicBezTo>
                  <a:cubicBezTo>
                    <a:pt x="3859" y="1227"/>
                    <a:pt x="3859" y="1513"/>
                    <a:pt x="3764" y="1775"/>
                  </a:cubicBezTo>
                  <a:lnTo>
                    <a:pt x="3287" y="1775"/>
                  </a:lnTo>
                  <a:cubicBezTo>
                    <a:pt x="3335" y="1679"/>
                    <a:pt x="3359" y="1560"/>
                    <a:pt x="3311" y="1441"/>
                  </a:cubicBezTo>
                  <a:cubicBezTo>
                    <a:pt x="3264" y="1346"/>
                    <a:pt x="3168" y="1275"/>
                    <a:pt x="3073" y="1227"/>
                  </a:cubicBezTo>
                  <a:cubicBezTo>
                    <a:pt x="3025" y="1203"/>
                    <a:pt x="2972" y="1191"/>
                    <a:pt x="2918" y="1191"/>
                  </a:cubicBezTo>
                  <a:cubicBezTo>
                    <a:pt x="2865" y="1191"/>
                    <a:pt x="2811" y="1203"/>
                    <a:pt x="2763" y="1227"/>
                  </a:cubicBezTo>
                  <a:lnTo>
                    <a:pt x="2621" y="1298"/>
                  </a:lnTo>
                  <a:cubicBezTo>
                    <a:pt x="2607" y="1303"/>
                    <a:pt x="2594" y="1305"/>
                    <a:pt x="2581" y="1305"/>
                  </a:cubicBezTo>
                  <a:cubicBezTo>
                    <a:pt x="2524" y="1305"/>
                    <a:pt x="2473" y="1266"/>
                    <a:pt x="2454" y="1227"/>
                  </a:cubicBezTo>
                  <a:cubicBezTo>
                    <a:pt x="2430" y="1155"/>
                    <a:pt x="2478" y="1108"/>
                    <a:pt x="2525" y="1084"/>
                  </a:cubicBezTo>
                  <a:lnTo>
                    <a:pt x="2668" y="1013"/>
                  </a:lnTo>
                  <a:cubicBezTo>
                    <a:pt x="2692" y="1001"/>
                    <a:pt x="2710" y="995"/>
                    <a:pt x="2728" y="995"/>
                  </a:cubicBezTo>
                  <a:cubicBezTo>
                    <a:pt x="2746" y="995"/>
                    <a:pt x="2763" y="1001"/>
                    <a:pt x="2787" y="1013"/>
                  </a:cubicBezTo>
                  <a:cubicBezTo>
                    <a:pt x="2815" y="1031"/>
                    <a:pt x="2842" y="1039"/>
                    <a:pt x="2868" y="1039"/>
                  </a:cubicBezTo>
                  <a:cubicBezTo>
                    <a:pt x="2910" y="1039"/>
                    <a:pt x="2948" y="1018"/>
                    <a:pt x="2978" y="989"/>
                  </a:cubicBezTo>
                  <a:cubicBezTo>
                    <a:pt x="3025" y="917"/>
                    <a:pt x="3002" y="822"/>
                    <a:pt x="2954" y="774"/>
                  </a:cubicBezTo>
                  <a:cubicBezTo>
                    <a:pt x="2892" y="728"/>
                    <a:pt x="2821" y="702"/>
                    <a:pt x="2746" y="702"/>
                  </a:cubicBezTo>
                  <a:cubicBezTo>
                    <a:pt x="2705" y="702"/>
                    <a:pt x="2663" y="710"/>
                    <a:pt x="2621" y="727"/>
                  </a:cubicBezTo>
                  <a:lnTo>
                    <a:pt x="2597" y="679"/>
                  </a:lnTo>
                  <a:cubicBezTo>
                    <a:pt x="2577" y="620"/>
                    <a:pt x="2509" y="578"/>
                    <a:pt x="2446" y="578"/>
                  </a:cubicBezTo>
                  <a:cubicBezTo>
                    <a:pt x="2432" y="578"/>
                    <a:pt x="2419" y="580"/>
                    <a:pt x="2406" y="584"/>
                  </a:cubicBezTo>
                  <a:cubicBezTo>
                    <a:pt x="2335" y="632"/>
                    <a:pt x="2311" y="703"/>
                    <a:pt x="2335" y="774"/>
                  </a:cubicBezTo>
                  <a:lnTo>
                    <a:pt x="2359" y="822"/>
                  </a:lnTo>
                  <a:cubicBezTo>
                    <a:pt x="2192" y="941"/>
                    <a:pt x="2120" y="1155"/>
                    <a:pt x="2192" y="1346"/>
                  </a:cubicBezTo>
                  <a:cubicBezTo>
                    <a:pt x="2264" y="1490"/>
                    <a:pt x="2418" y="1594"/>
                    <a:pt x="2582" y="1594"/>
                  </a:cubicBezTo>
                  <a:cubicBezTo>
                    <a:pt x="2635" y="1594"/>
                    <a:pt x="2688" y="1583"/>
                    <a:pt x="2740" y="1560"/>
                  </a:cubicBezTo>
                  <a:lnTo>
                    <a:pt x="2882" y="1489"/>
                  </a:lnTo>
                  <a:lnTo>
                    <a:pt x="2978" y="1489"/>
                  </a:lnTo>
                  <a:cubicBezTo>
                    <a:pt x="3002" y="1513"/>
                    <a:pt x="3025" y="1537"/>
                    <a:pt x="3025" y="1560"/>
                  </a:cubicBezTo>
                  <a:cubicBezTo>
                    <a:pt x="3049" y="1608"/>
                    <a:pt x="3025" y="1679"/>
                    <a:pt x="2978" y="1703"/>
                  </a:cubicBezTo>
                  <a:lnTo>
                    <a:pt x="2811" y="1775"/>
                  </a:lnTo>
                  <a:lnTo>
                    <a:pt x="2763" y="1775"/>
                  </a:lnTo>
                  <a:cubicBezTo>
                    <a:pt x="2740" y="1775"/>
                    <a:pt x="2716" y="1775"/>
                    <a:pt x="2692" y="1751"/>
                  </a:cubicBezTo>
                  <a:cubicBezTo>
                    <a:pt x="2668" y="1715"/>
                    <a:pt x="2632" y="1697"/>
                    <a:pt x="2594" y="1697"/>
                  </a:cubicBezTo>
                  <a:cubicBezTo>
                    <a:pt x="2555" y="1697"/>
                    <a:pt x="2513" y="1715"/>
                    <a:pt x="2478" y="1751"/>
                  </a:cubicBezTo>
                  <a:cubicBezTo>
                    <a:pt x="2478" y="1751"/>
                    <a:pt x="2478" y="1775"/>
                    <a:pt x="2454" y="1775"/>
                  </a:cubicBezTo>
                  <a:lnTo>
                    <a:pt x="1739" y="1775"/>
                  </a:lnTo>
                  <a:cubicBezTo>
                    <a:pt x="1620" y="1513"/>
                    <a:pt x="1620" y="1227"/>
                    <a:pt x="1739" y="965"/>
                  </a:cubicBezTo>
                  <a:cubicBezTo>
                    <a:pt x="1835" y="703"/>
                    <a:pt x="2049" y="489"/>
                    <a:pt x="2311" y="393"/>
                  </a:cubicBezTo>
                  <a:cubicBezTo>
                    <a:pt x="2462" y="331"/>
                    <a:pt x="2613" y="301"/>
                    <a:pt x="2760" y="301"/>
                  </a:cubicBezTo>
                  <a:close/>
                  <a:moveTo>
                    <a:pt x="2740" y="0"/>
                  </a:moveTo>
                  <a:cubicBezTo>
                    <a:pt x="2561" y="0"/>
                    <a:pt x="2382" y="36"/>
                    <a:pt x="2216" y="108"/>
                  </a:cubicBezTo>
                  <a:cubicBezTo>
                    <a:pt x="1858" y="251"/>
                    <a:pt x="1596" y="512"/>
                    <a:pt x="1454" y="846"/>
                  </a:cubicBezTo>
                  <a:cubicBezTo>
                    <a:pt x="1335" y="1155"/>
                    <a:pt x="1311" y="1489"/>
                    <a:pt x="1406" y="1775"/>
                  </a:cubicBezTo>
                  <a:lnTo>
                    <a:pt x="739" y="1775"/>
                  </a:lnTo>
                  <a:cubicBezTo>
                    <a:pt x="644" y="1775"/>
                    <a:pt x="572" y="1798"/>
                    <a:pt x="501" y="1822"/>
                  </a:cubicBezTo>
                  <a:lnTo>
                    <a:pt x="311" y="1394"/>
                  </a:lnTo>
                  <a:cubicBezTo>
                    <a:pt x="293" y="1342"/>
                    <a:pt x="239" y="1303"/>
                    <a:pt x="183" y="1303"/>
                  </a:cubicBezTo>
                  <a:cubicBezTo>
                    <a:pt x="162" y="1303"/>
                    <a:pt x="140" y="1309"/>
                    <a:pt x="120" y="1322"/>
                  </a:cubicBezTo>
                  <a:cubicBezTo>
                    <a:pt x="49" y="1346"/>
                    <a:pt x="1" y="1441"/>
                    <a:pt x="49" y="1513"/>
                  </a:cubicBezTo>
                  <a:lnTo>
                    <a:pt x="263" y="2037"/>
                  </a:lnTo>
                  <a:cubicBezTo>
                    <a:pt x="215" y="2132"/>
                    <a:pt x="191" y="2227"/>
                    <a:pt x="191" y="2322"/>
                  </a:cubicBezTo>
                  <a:lnTo>
                    <a:pt x="191" y="4537"/>
                  </a:lnTo>
                  <a:cubicBezTo>
                    <a:pt x="191" y="4632"/>
                    <a:pt x="263" y="4704"/>
                    <a:pt x="334" y="4704"/>
                  </a:cubicBezTo>
                  <a:cubicBezTo>
                    <a:pt x="430" y="4704"/>
                    <a:pt x="501" y="4632"/>
                    <a:pt x="501" y="4537"/>
                  </a:cubicBezTo>
                  <a:lnTo>
                    <a:pt x="501" y="2322"/>
                  </a:lnTo>
                  <a:cubicBezTo>
                    <a:pt x="501" y="2179"/>
                    <a:pt x="596" y="2084"/>
                    <a:pt x="739" y="2084"/>
                  </a:cubicBezTo>
                  <a:lnTo>
                    <a:pt x="4907" y="2084"/>
                  </a:lnTo>
                  <a:cubicBezTo>
                    <a:pt x="5002" y="2084"/>
                    <a:pt x="5073" y="2013"/>
                    <a:pt x="5073" y="1918"/>
                  </a:cubicBezTo>
                  <a:cubicBezTo>
                    <a:pt x="5073" y="1846"/>
                    <a:pt x="5002" y="1775"/>
                    <a:pt x="4907" y="1775"/>
                  </a:cubicBezTo>
                  <a:lnTo>
                    <a:pt x="4073" y="1775"/>
                  </a:lnTo>
                  <a:cubicBezTo>
                    <a:pt x="4168" y="1465"/>
                    <a:pt x="4145" y="1155"/>
                    <a:pt x="4026" y="846"/>
                  </a:cubicBezTo>
                  <a:cubicBezTo>
                    <a:pt x="3883" y="512"/>
                    <a:pt x="3597" y="251"/>
                    <a:pt x="3264" y="108"/>
                  </a:cubicBezTo>
                  <a:cubicBezTo>
                    <a:pt x="3097" y="36"/>
                    <a:pt x="2918" y="0"/>
                    <a:pt x="2740" y="0"/>
                  </a:cubicBezTo>
                  <a:close/>
                </a:path>
              </a:pathLst>
            </a:custGeom>
            <a:solidFill>
              <a:srgbClr val="FD0C5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89" name="Google Shape;2824;p94">
              <a:extLst>
                <a:ext uri="{FF2B5EF4-FFF2-40B4-BE49-F238E27FC236}">
                  <a16:creationId xmlns:a16="http://schemas.microsoft.com/office/drawing/2014/main" id="{02B037F2-DC45-4341-8A79-CB3209AED39D}"/>
                </a:ext>
              </a:extLst>
            </p:cNvPr>
            <p:cNvSpPr/>
            <p:nvPr/>
          </p:nvSpPr>
          <p:spPr>
            <a:xfrm>
              <a:off x="4130793" y="2276448"/>
              <a:ext cx="47298" cy="25662"/>
            </a:xfrm>
            <a:custGeom>
              <a:avLst/>
              <a:gdLst/>
              <a:ahLst/>
              <a:cxnLst/>
              <a:rect l="l" t="t" r="r" b="b"/>
              <a:pathLst>
                <a:path w="1406" h="746" extrusionOk="0">
                  <a:moveTo>
                    <a:pt x="1207" y="1"/>
                  </a:moveTo>
                  <a:cubicBezTo>
                    <a:pt x="1193" y="1"/>
                    <a:pt x="1180" y="3"/>
                    <a:pt x="1167" y="7"/>
                  </a:cubicBezTo>
                  <a:lnTo>
                    <a:pt x="119" y="460"/>
                  </a:lnTo>
                  <a:cubicBezTo>
                    <a:pt x="48" y="483"/>
                    <a:pt x="0" y="579"/>
                    <a:pt x="24" y="650"/>
                  </a:cubicBezTo>
                  <a:cubicBezTo>
                    <a:pt x="48" y="721"/>
                    <a:pt x="119" y="745"/>
                    <a:pt x="167" y="745"/>
                  </a:cubicBezTo>
                  <a:lnTo>
                    <a:pt x="215" y="745"/>
                  </a:lnTo>
                  <a:lnTo>
                    <a:pt x="1286" y="293"/>
                  </a:lnTo>
                  <a:cubicBezTo>
                    <a:pt x="1358" y="269"/>
                    <a:pt x="1405" y="174"/>
                    <a:pt x="1358" y="102"/>
                  </a:cubicBezTo>
                  <a:cubicBezTo>
                    <a:pt x="1338" y="44"/>
                    <a:pt x="1270" y="1"/>
                    <a:pt x="1207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90" name="Google Shape;2825;p94">
              <a:extLst>
                <a:ext uri="{FF2B5EF4-FFF2-40B4-BE49-F238E27FC236}">
                  <a16:creationId xmlns:a16="http://schemas.microsoft.com/office/drawing/2014/main" id="{C50B4741-907E-42DE-BA0B-3176B42ED322}"/>
                </a:ext>
              </a:extLst>
            </p:cNvPr>
            <p:cNvSpPr/>
            <p:nvPr/>
          </p:nvSpPr>
          <p:spPr>
            <a:xfrm>
              <a:off x="4137992" y="2301423"/>
              <a:ext cx="25667" cy="16237"/>
            </a:xfrm>
            <a:custGeom>
              <a:avLst/>
              <a:gdLst/>
              <a:ahLst/>
              <a:cxnLst/>
              <a:rect l="l" t="t" r="r" b="b"/>
              <a:pathLst>
                <a:path w="763" h="472" extrusionOk="0">
                  <a:moveTo>
                    <a:pt x="599" y="0"/>
                  </a:moveTo>
                  <a:cubicBezTo>
                    <a:pt x="576" y="0"/>
                    <a:pt x="551" y="6"/>
                    <a:pt x="525" y="19"/>
                  </a:cubicBezTo>
                  <a:lnTo>
                    <a:pt x="96" y="186"/>
                  </a:lnTo>
                  <a:cubicBezTo>
                    <a:pt x="24" y="234"/>
                    <a:pt x="1" y="305"/>
                    <a:pt x="24" y="376"/>
                  </a:cubicBezTo>
                  <a:cubicBezTo>
                    <a:pt x="48" y="448"/>
                    <a:pt x="96" y="472"/>
                    <a:pt x="167" y="472"/>
                  </a:cubicBezTo>
                  <a:lnTo>
                    <a:pt x="215" y="472"/>
                  </a:lnTo>
                  <a:lnTo>
                    <a:pt x="644" y="281"/>
                  </a:lnTo>
                  <a:cubicBezTo>
                    <a:pt x="715" y="257"/>
                    <a:pt x="763" y="162"/>
                    <a:pt x="739" y="91"/>
                  </a:cubicBezTo>
                  <a:cubicBezTo>
                    <a:pt x="705" y="39"/>
                    <a:pt x="658" y="0"/>
                    <a:pt x="599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91" name="Google Shape;2826;p94">
              <a:extLst>
                <a:ext uri="{FF2B5EF4-FFF2-40B4-BE49-F238E27FC236}">
                  <a16:creationId xmlns:a16="http://schemas.microsoft.com/office/drawing/2014/main" id="{36AB534A-DCD7-4445-B575-A5862273CEB8}"/>
                </a:ext>
              </a:extLst>
            </p:cNvPr>
            <p:cNvSpPr/>
            <p:nvPr/>
          </p:nvSpPr>
          <p:spPr>
            <a:xfrm>
              <a:off x="4161237" y="2507685"/>
              <a:ext cx="35288" cy="9873"/>
            </a:xfrm>
            <a:custGeom>
              <a:avLst/>
              <a:gdLst/>
              <a:ahLst/>
              <a:cxnLst/>
              <a:rect l="l" t="t" r="r" b="b"/>
              <a:pathLst>
                <a:path w="1049" h="287" extrusionOk="0">
                  <a:moveTo>
                    <a:pt x="143" y="1"/>
                  </a:moveTo>
                  <a:cubicBezTo>
                    <a:pt x="72" y="1"/>
                    <a:pt x="0" y="48"/>
                    <a:pt x="0" y="144"/>
                  </a:cubicBezTo>
                  <a:cubicBezTo>
                    <a:pt x="0" y="215"/>
                    <a:pt x="72" y="286"/>
                    <a:pt x="143" y="286"/>
                  </a:cubicBezTo>
                  <a:lnTo>
                    <a:pt x="905" y="286"/>
                  </a:lnTo>
                  <a:cubicBezTo>
                    <a:pt x="977" y="286"/>
                    <a:pt x="1048" y="215"/>
                    <a:pt x="1048" y="144"/>
                  </a:cubicBezTo>
                  <a:cubicBezTo>
                    <a:pt x="1048" y="48"/>
                    <a:pt x="977" y="1"/>
                    <a:pt x="905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92" name="Google Shape;2827;p94">
              <a:extLst>
                <a:ext uri="{FF2B5EF4-FFF2-40B4-BE49-F238E27FC236}">
                  <a16:creationId xmlns:a16="http://schemas.microsoft.com/office/drawing/2014/main" id="{B5DD2815-B50D-4491-A04C-6F99AB0237E5}"/>
                </a:ext>
              </a:extLst>
            </p:cNvPr>
            <p:cNvSpPr/>
            <p:nvPr/>
          </p:nvSpPr>
          <p:spPr>
            <a:xfrm>
              <a:off x="4161237" y="2525711"/>
              <a:ext cx="81745" cy="10698"/>
            </a:xfrm>
            <a:custGeom>
              <a:avLst/>
              <a:gdLst/>
              <a:ahLst/>
              <a:cxnLst/>
              <a:rect l="l" t="t" r="r" b="b"/>
              <a:pathLst>
                <a:path w="2430" h="311" extrusionOk="0">
                  <a:moveTo>
                    <a:pt x="143" y="1"/>
                  </a:moveTo>
                  <a:cubicBezTo>
                    <a:pt x="72" y="1"/>
                    <a:pt x="0" y="72"/>
                    <a:pt x="0" y="143"/>
                  </a:cubicBezTo>
                  <a:cubicBezTo>
                    <a:pt x="0" y="239"/>
                    <a:pt x="72" y="310"/>
                    <a:pt x="143" y="310"/>
                  </a:cubicBezTo>
                  <a:lnTo>
                    <a:pt x="2286" y="310"/>
                  </a:lnTo>
                  <a:cubicBezTo>
                    <a:pt x="2358" y="310"/>
                    <a:pt x="2429" y="239"/>
                    <a:pt x="2429" y="143"/>
                  </a:cubicBezTo>
                  <a:cubicBezTo>
                    <a:pt x="2429" y="72"/>
                    <a:pt x="2358" y="1"/>
                    <a:pt x="2286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</p:grpSp>
      <p:grpSp>
        <p:nvGrpSpPr>
          <p:cNvPr id="94" name="Google Shape;2805;p94">
            <a:extLst>
              <a:ext uri="{FF2B5EF4-FFF2-40B4-BE49-F238E27FC236}">
                <a16:creationId xmlns:a16="http://schemas.microsoft.com/office/drawing/2014/main" id="{5E434E9D-30AC-45F0-A79E-53D93704F0BF}"/>
              </a:ext>
            </a:extLst>
          </p:cNvPr>
          <p:cNvGrpSpPr/>
          <p:nvPr/>
        </p:nvGrpSpPr>
        <p:grpSpPr>
          <a:xfrm>
            <a:off x="9757324" y="1749715"/>
            <a:ext cx="738604" cy="694944"/>
            <a:chOff x="4754041" y="2231625"/>
            <a:chExt cx="340538" cy="322810"/>
          </a:xfrm>
        </p:grpSpPr>
        <p:sp>
          <p:nvSpPr>
            <p:cNvPr id="98" name="Google Shape;2806;p94">
              <a:extLst>
                <a:ext uri="{FF2B5EF4-FFF2-40B4-BE49-F238E27FC236}">
                  <a16:creationId xmlns:a16="http://schemas.microsoft.com/office/drawing/2014/main" id="{DF5EB72A-9714-47B1-AA38-FD4B1CF31477}"/>
                </a:ext>
              </a:extLst>
            </p:cNvPr>
            <p:cNvSpPr/>
            <p:nvPr/>
          </p:nvSpPr>
          <p:spPr>
            <a:xfrm>
              <a:off x="4754041" y="2231625"/>
              <a:ext cx="340538" cy="322810"/>
            </a:xfrm>
            <a:custGeom>
              <a:avLst/>
              <a:gdLst/>
              <a:ahLst/>
              <a:cxnLst/>
              <a:rect l="l" t="t" r="r" b="b"/>
              <a:pathLst>
                <a:path w="10123" h="9384" extrusionOk="0">
                  <a:moveTo>
                    <a:pt x="5073" y="8550"/>
                  </a:moveTo>
                  <a:cubicBezTo>
                    <a:pt x="5216" y="8550"/>
                    <a:pt x="5335" y="8669"/>
                    <a:pt x="5335" y="8812"/>
                  </a:cubicBezTo>
                  <a:cubicBezTo>
                    <a:pt x="5335" y="8954"/>
                    <a:pt x="5216" y="9097"/>
                    <a:pt x="5073" y="9097"/>
                  </a:cubicBezTo>
                  <a:cubicBezTo>
                    <a:pt x="4907" y="9097"/>
                    <a:pt x="4788" y="8954"/>
                    <a:pt x="4788" y="8812"/>
                  </a:cubicBezTo>
                  <a:cubicBezTo>
                    <a:pt x="4788" y="8669"/>
                    <a:pt x="4907" y="8550"/>
                    <a:pt x="5073" y="8550"/>
                  </a:cubicBezTo>
                  <a:close/>
                  <a:moveTo>
                    <a:pt x="358" y="0"/>
                  </a:moveTo>
                  <a:cubicBezTo>
                    <a:pt x="168" y="0"/>
                    <a:pt x="1" y="167"/>
                    <a:pt x="1" y="357"/>
                  </a:cubicBezTo>
                  <a:lnTo>
                    <a:pt x="1" y="953"/>
                  </a:lnTo>
                  <a:cubicBezTo>
                    <a:pt x="1" y="1143"/>
                    <a:pt x="144" y="1286"/>
                    <a:pt x="334" y="1286"/>
                  </a:cubicBezTo>
                  <a:lnTo>
                    <a:pt x="334" y="5168"/>
                  </a:lnTo>
                  <a:cubicBezTo>
                    <a:pt x="334" y="5239"/>
                    <a:pt x="406" y="5311"/>
                    <a:pt x="477" y="5311"/>
                  </a:cubicBezTo>
                  <a:cubicBezTo>
                    <a:pt x="572" y="5311"/>
                    <a:pt x="644" y="5263"/>
                    <a:pt x="644" y="5168"/>
                  </a:cubicBezTo>
                  <a:lnTo>
                    <a:pt x="644" y="1286"/>
                  </a:lnTo>
                  <a:lnTo>
                    <a:pt x="7741" y="1286"/>
                  </a:lnTo>
                  <a:cubicBezTo>
                    <a:pt x="7812" y="1286"/>
                    <a:pt x="7884" y="1239"/>
                    <a:pt x="7884" y="1143"/>
                  </a:cubicBezTo>
                  <a:cubicBezTo>
                    <a:pt x="7884" y="1072"/>
                    <a:pt x="7812" y="1000"/>
                    <a:pt x="7741" y="1000"/>
                  </a:cubicBezTo>
                  <a:lnTo>
                    <a:pt x="358" y="1000"/>
                  </a:lnTo>
                  <a:cubicBezTo>
                    <a:pt x="334" y="1000"/>
                    <a:pt x="311" y="977"/>
                    <a:pt x="311" y="953"/>
                  </a:cubicBezTo>
                  <a:lnTo>
                    <a:pt x="311" y="357"/>
                  </a:lnTo>
                  <a:cubicBezTo>
                    <a:pt x="311" y="310"/>
                    <a:pt x="334" y="286"/>
                    <a:pt x="358" y="286"/>
                  </a:cubicBezTo>
                  <a:lnTo>
                    <a:pt x="9789" y="286"/>
                  </a:lnTo>
                  <a:cubicBezTo>
                    <a:pt x="9812" y="286"/>
                    <a:pt x="9836" y="334"/>
                    <a:pt x="9836" y="357"/>
                  </a:cubicBezTo>
                  <a:lnTo>
                    <a:pt x="9836" y="953"/>
                  </a:lnTo>
                  <a:cubicBezTo>
                    <a:pt x="9836" y="977"/>
                    <a:pt x="9812" y="1000"/>
                    <a:pt x="9789" y="1000"/>
                  </a:cubicBezTo>
                  <a:lnTo>
                    <a:pt x="8407" y="1000"/>
                  </a:lnTo>
                  <a:cubicBezTo>
                    <a:pt x="8312" y="1000"/>
                    <a:pt x="8241" y="1072"/>
                    <a:pt x="8241" y="1143"/>
                  </a:cubicBezTo>
                  <a:cubicBezTo>
                    <a:pt x="8241" y="1239"/>
                    <a:pt x="8312" y="1286"/>
                    <a:pt x="8407" y="1286"/>
                  </a:cubicBezTo>
                  <a:lnTo>
                    <a:pt x="9503" y="1286"/>
                  </a:lnTo>
                  <a:lnTo>
                    <a:pt x="9503" y="7335"/>
                  </a:lnTo>
                  <a:cubicBezTo>
                    <a:pt x="9503" y="7359"/>
                    <a:pt x="9479" y="7383"/>
                    <a:pt x="9455" y="7383"/>
                  </a:cubicBezTo>
                  <a:lnTo>
                    <a:pt x="692" y="7383"/>
                  </a:lnTo>
                  <a:cubicBezTo>
                    <a:pt x="668" y="7383"/>
                    <a:pt x="644" y="7359"/>
                    <a:pt x="644" y="7335"/>
                  </a:cubicBezTo>
                  <a:lnTo>
                    <a:pt x="644" y="5835"/>
                  </a:lnTo>
                  <a:cubicBezTo>
                    <a:pt x="644" y="5740"/>
                    <a:pt x="572" y="5692"/>
                    <a:pt x="477" y="5692"/>
                  </a:cubicBezTo>
                  <a:cubicBezTo>
                    <a:pt x="406" y="5692"/>
                    <a:pt x="334" y="5740"/>
                    <a:pt x="334" y="5835"/>
                  </a:cubicBezTo>
                  <a:lnTo>
                    <a:pt x="334" y="7335"/>
                  </a:lnTo>
                  <a:cubicBezTo>
                    <a:pt x="334" y="7526"/>
                    <a:pt x="501" y="7668"/>
                    <a:pt x="692" y="7668"/>
                  </a:cubicBezTo>
                  <a:lnTo>
                    <a:pt x="4907" y="7668"/>
                  </a:lnTo>
                  <a:lnTo>
                    <a:pt x="4907" y="8264"/>
                  </a:lnTo>
                  <a:cubicBezTo>
                    <a:pt x="4669" y="8335"/>
                    <a:pt x="4502" y="8550"/>
                    <a:pt x="4502" y="8812"/>
                  </a:cubicBezTo>
                  <a:cubicBezTo>
                    <a:pt x="4502" y="9121"/>
                    <a:pt x="4740" y="9383"/>
                    <a:pt x="5073" y="9383"/>
                  </a:cubicBezTo>
                  <a:cubicBezTo>
                    <a:pt x="5383" y="9383"/>
                    <a:pt x="5621" y="9121"/>
                    <a:pt x="5621" y="8812"/>
                  </a:cubicBezTo>
                  <a:cubicBezTo>
                    <a:pt x="5621" y="8550"/>
                    <a:pt x="5454" y="8335"/>
                    <a:pt x="5216" y="8264"/>
                  </a:cubicBezTo>
                  <a:lnTo>
                    <a:pt x="5216" y="7668"/>
                  </a:lnTo>
                  <a:lnTo>
                    <a:pt x="9431" y="7668"/>
                  </a:lnTo>
                  <a:cubicBezTo>
                    <a:pt x="9622" y="7668"/>
                    <a:pt x="9789" y="7526"/>
                    <a:pt x="9789" y="7335"/>
                  </a:cubicBezTo>
                  <a:lnTo>
                    <a:pt x="9789" y="1286"/>
                  </a:lnTo>
                  <a:cubicBezTo>
                    <a:pt x="9979" y="1286"/>
                    <a:pt x="10122" y="1143"/>
                    <a:pt x="10122" y="953"/>
                  </a:cubicBezTo>
                  <a:lnTo>
                    <a:pt x="10122" y="357"/>
                  </a:lnTo>
                  <a:cubicBezTo>
                    <a:pt x="10122" y="167"/>
                    <a:pt x="9979" y="0"/>
                    <a:pt x="9789" y="0"/>
                  </a:cubicBezTo>
                  <a:close/>
                </a:path>
              </a:pathLst>
            </a:custGeom>
            <a:solidFill>
              <a:srgbClr val="FD0C5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99" name="Google Shape;2807;p94">
              <a:extLst>
                <a:ext uri="{FF2B5EF4-FFF2-40B4-BE49-F238E27FC236}">
                  <a16:creationId xmlns:a16="http://schemas.microsoft.com/office/drawing/2014/main" id="{03D26D72-6983-4EF2-8819-908F4C3C60E4}"/>
                </a:ext>
              </a:extLst>
            </p:cNvPr>
            <p:cNvSpPr/>
            <p:nvPr/>
          </p:nvSpPr>
          <p:spPr>
            <a:xfrm>
              <a:off x="5011219" y="2437234"/>
              <a:ext cx="45683" cy="9873"/>
            </a:xfrm>
            <a:custGeom>
              <a:avLst/>
              <a:gdLst/>
              <a:ahLst/>
              <a:cxnLst/>
              <a:rect l="l" t="t" r="r" b="b"/>
              <a:pathLst>
                <a:path w="1358" h="287" extrusionOk="0">
                  <a:moveTo>
                    <a:pt x="167" y="1"/>
                  </a:moveTo>
                  <a:cubicBezTo>
                    <a:pt x="72" y="1"/>
                    <a:pt x="0" y="72"/>
                    <a:pt x="0" y="144"/>
                  </a:cubicBezTo>
                  <a:cubicBezTo>
                    <a:pt x="0" y="239"/>
                    <a:pt x="72" y="286"/>
                    <a:pt x="167" y="286"/>
                  </a:cubicBezTo>
                  <a:lnTo>
                    <a:pt x="1191" y="286"/>
                  </a:lnTo>
                  <a:cubicBezTo>
                    <a:pt x="1286" y="286"/>
                    <a:pt x="1358" y="239"/>
                    <a:pt x="1358" y="144"/>
                  </a:cubicBezTo>
                  <a:cubicBezTo>
                    <a:pt x="1334" y="72"/>
                    <a:pt x="1286" y="1"/>
                    <a:pt x="1191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0" name="Google Shape;2808;p94">
              <a:extLst>
                <a:ext uri="{FF2B5EF4-FFF2-40B4-BE49-F238E27FC236}">
                  <a16:creationId xmlns:a16="http://schemas.microsoft.com/office/drawing/2014/main" id="{F73A84BD-EA2A-4D95-A6B3-BA2F7CC3FA17}"/>
                </a:ext>
              </a:extLst>
            </p:cNvPr>
            <p:cNvSpPr/>
            <p:nvPr/>
          </p:nvSpPr>
          <p:spPr>
            <a:xfrm>
              <a:off x="4976772" y="2455259"/>
              <a:ext cx="80130" cy="10698"/>
            </a:xfrm>
            <a:custGeom>
              <a:avLst/>
              <a:gdLst/>
              <a:ahLst/>
              <a:cxnLst/>
              <a:rect l="l" t="t" r="r" b="b"/>
              <a:pathLst>
                <a:path w="2382" h="311" extrusionOk="0">
                  <a:moveTo>
                    <a:pt x="143" y="1"/>
                  </a:moveTo>
                  <a:cubicBezTo>
                    <a:pt x="72" y="1"/>
                    <a:pt x="0" y="72"/>
                    <a:pt x="0" y="143"/>
                  </a:cubicBezTo>
                  <a:cubicBezTo>
                    <a:pt x="0" y="239"/>
                    <a:pt x="72" y="310"/>
                    <a:pt x="143" y="310"/>
                  </a:cubicBezTo>
                  <a:lnTo>
                    <a:pt x="2215" y="310"/>
                  </a:lnTo>
                  <a:cubicBezTo>
                    <a:pt x="2310" y="310"/>
                    <a:pt x="2382" y="239"/>
                    <a:pt x="2382" y="143"/>
                  </a:cubicBezTo>
                  <a:cubicBezTo>
                    <a:pt x="2382" y="72"/>
                    <a:pt x="2310" y="1"/>
                    <a:pt x="2215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1" name="Google Shape;2809;p94">
              <a:extLst>
                <a:ext uri="{FF2B5EF4-FFF2-40B4-BE49-F238E27FC236}">
                  <a16:creationId xmlns:a16="http://schemas.microsoft.com/office/drawing/2014/main" id="{790C7646-D6B3-419D-BDF3-09F1AA2B3135}"/>
                </a:ext>
              </a:extLst>
            </p:cNvPr>
            <p:cNvSpPr/>
            <p:nvPr/>
          </p:nvSpPr>
          <p:spPr>
            <a:xfrm>
              <a:off x="4976772" y="2302902"/>
              <a:ext cx="16854" cy="10664"/>
            </a:xfrm>
            <a:custGeom>
              <a:avLst/>
              <a:gdLst/>
              <a:ahLst/>
              <a:cxnLst/>
              <a:rect l="l" t="t" r="r" b="b"/>
              <a:pathLst>
                <a:path w="501" h="310" extrusionOk="0">
                  <a:moveTo>
                    <a:pt x="143" y="0"/>
                  </a:moveTo>
                  <a:cubicBezTo>
                    <a:pt x="72" y="0"/>
                    <a:pt x="0" y="72"/>
                    <a:pt x="0" y="143"/>
                  </a:cubicBezTo>
                  <a:cubicBezTo>
                    <a:pt x="0" y="238"/>
                    <a:pt x="72" y="310"/>
                    <a:pt x="143" y="310"/>
                  </a:cubicBezTo>
                  <a:lnTo>
                    <a:pt x="334" y="310"/>
                  </a:lnTo>
                  <a:cubicBezTo>
                    <a:pt x="429" y="310"/>
                    <a:pt x="500" y="238"/>
                    <a:pt x="500" y="143"/>
                  </a:cubicBezTo>
                  <a:cubicBezTo>
                    <a:pt x="500" y="72"/>
                    <a:pt x="429" y="0"/>
                    <a:pt x="334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2" name="Google Shape;2810;p94">
              <a:extLst>
                <a:ext uri="{FF2B5EF4-FFF2-40B4-BE49-F238E27FC236}">
                  <a16:creationId xmlns:a16="http://schemas.microsoft.com/office/drawing/2014/main" id="{8FB3E07A-5D5E-4301-807A-B5A2E27785E1}"/>
                </a:ext>
              </a:extLst>
            </p:cNvPr>
            <p:cNvSpPr/>
            <p:nvPr/>
          </p:nvSpPr>
          <p:spPr>
            <a:xfrm>
              <a:off x="5001598" y="2302902"/>
              <a:ext cx="55304" cy="10664"/>
            </a:xfrm>
            <a:custGeom>
              <a:avLst/>
              <a:gdLst/>
              <a:ahLst/>
              <a:cxnLst/>
              <a:rect l="l" t="t" r="r" b="b"/>
              <a:pathLst>
                <a:path w="1644" h="310" extrusionOk="0">
                  <a:moveTo>
                    <a:pt x="143" y="0"/>
                  </a:moveTo>
                  <a:cubicBezTo>
                    <a:pt x="72" y="0"/>
                    <a:pt x="1" y="72"/>
                    <a:pt x="1" y="143"/>
                  </a:cubicBezTo>
                  <a:cubicBezTo>
                    <a:pt x="1" y="238"/>
                    <a:pt x="72" y="310"/>
                    <a:pt x="143" y="310"/>
                  </a:cubicBezTo>
                  <a:lnTo>
                    <a:pt x="1477" y="310"/>
                  </a:lnTo>
                  <a:cubicBezTo>
                    <a:pt x="1572" y="310"/>
                    <a:pt x="1644" y="238"/>
                    <a:pt x="1644" y="143"/>
                  </a:cubicBezTo>
                  <a:cubicBezTo>
                    <a:pt x="1644" y="72"/>
                    <a:pt x="1572" y="0"/>
                    <a:pt x="1477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3" name="Google Shape;2811;p94">
              <a:extLst>
                <a:ext uri="{FF2B5EF4-FFF2-40B4-BE49-F238E27FC236}">
                  <a16:creationId xmlns:a16="http://schemas.microsoft.com/office/drawing/2014/main" id="{EC9E0779-D157-4AE3-A4AE-1572197E3A61}"/>
                </a:ext>
              </a:extLst>
            </p:cNvPr>
            <p:cNvSpPr/>
            <p:nvPr/>
          </p:nvSpPr>
          <p:spPr>
            <a:xfrm>
              <a:off x="4976772" y="2321719"/>
              <a:ext cx="80130" cy="9873"/>
            </a:xfrm>
            <a:custGeom>
              <a:avLst/>
              <a:gdLst/>
              <a:ahLst/>
              <a:cxnLst/>
              <a:rect l="l" t="t" r="r" b="b"/>
              <a:pathLst>
                <a:path w="2382" h="287" extrusionOk="0">
                  <a:moveTo>
                    <a:pt x="143" y="1"/>
                  </a:moveTo>
                  <a:cubicBezTo>
                    <a:pt x="72" y="1"/>
                    <a:pt x="0" y="48"/>
                    <a:pt x="0" y="144"/>
                  </a:cubicBezTo>
                  <a:cubicBezTo>
                    <a:pt x="0" y="215"/>
                    <a:pt x="72" y="287"/>
                    <a:pt x="143" y="287"/>
                  </a:cubicBezTo>
                  <a:lnTo>
                    <a:pt x="2215" y="287"/>
                  </a:lnTo>
                  <a:cubicBezTo>
                    <a:pt x="2310" y="287"/>
                    <a:pt x="2382" y="215"/>
                    <a:pt x="2382" y="144"/>
                  </a:cubicBezTo>
                  <a:cubicBezTo>
                    <a:pt x="2382" y="48"/>
                    <a:pt x="2310" y="1"/>
                    <a:pt x="2215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4" name="Google Shape;2812;p94">
              <a:extLst>
                <a:ext uri="{FF2B5EF4-FFF2-40B4-BE49-F238E27FC236}">
                  <a16:creationId xmlns:a16="http://schemas.microsoft.com/office/drawing/2014/main" id="{BCFE82E2-ACAF-448C-87DF-5498486058B1}"/>
                </a:ext>
              </a:extLst>
            </p:cNvPr>
            <p:cNvSpPr/>
            <p:nvPr/>
          </p:nvSpPr>
          <p:spPr>
            <a:xfrm>
              <a:off x="4976772" y="2352025"/>
              <a:ext cx="80130" cy="65601"/>
            </a:xfrm>
            <a:custGeom>
              <a:avLst/>
              <a:gdLst/>
              <a:ahLst/>
              <a:cxnLst/>
              <a:rect l="l" t="t" r="r" b="b"/>
              <a:pathLst>
                <a:path w="2382" h="1907" extrusionOk="0">
                  <a:moveTo>
                    <a:pt x="143" y="1"/>
                  </a:moveTo>
                  <a:cubicBezTo>
                    <a:pt x="48" y="1"/>
                    <a:pt x="0" y="49"/>
                    <a:pt x="0" y="144"/>
                  </a:cubicBezTo>
                  <a:lnTo>
                    <a:pt x="0" y="1763"/>
                  </a:lnTo>
                  <a:cubicBezTo>
                    <a:pt x="0" y="1835"/>
                    <a:pt x="72" y="1906"/>
                    <a:pt x="143" y="1906"/>
                  </a:cubicBezTo>
                  <a:lnTo>
                    <a:pt x="2215" y="1906"/>
                  </a:lnTo>
                  <a:cubicBezTo>
                    <a:pt x="2310" y="1906"/>
                    <a:pt x="2382" y="1835"/>
                    <a:pt x="2382" y="1763"/>
                  </a:cubicBezTo>
                  <a:cubicBezTo>
                    <a:pt x="2382" y="1668"/>
                    <a:pt x="2310" y="1597"/>
                    <a:pt x="2215" y="1597"/>
                  </a:cubicBezTo>
                  <a:lnTo>
                    <a:pt x="1858" y="1597"/>
                  </a:lnTo>
                  <a:lnTo>
                    <a:pt x="1858" y="311"/>
                  </a:lnTo>
                  <a:cubicBezTo>
                    <a:pt x="1858" y="239"/>
                    <a:pt x="1786" y="168"/>
                    <a:pt x="1715" y="168"/>
                  </a:cubicBezTo>
                  <a:cubicBezTo>
                    <a:pt x="1644" y="168"/>
                    <a:pt x="1572" y="239"/>
                    <a:pt x="1572" y="311"/>
                  </a:cubicBezTo>
                  <a:lnTo>
                    <a:pt x="1572" y="1597"/>
                  </a:lnTo>
                  <a:lnTo>
                    <a:pt x="1334" y="1597"/>
                  </a:lnTo>
                  <a:lnTo>
                    <a:pt x="1334" y="1120"/>
                  </a:lnTo>
                  <a:cubicBezTo>
                    <a:pt x="1334" y="1049"/>
                    <a:pt x="1263" y="977"/>
                    <a:pt x="1191" y="977"/>
                  </a:cubicBezTo>
                  <a:cubicBezTo>
                    <a:pt x="1096" y="977"/>
                    <a:pt x="1024" y="1049"/>
                    <a:pt x="1024" y="1120"/>
                  </a:cubicBezTo>
                  <a:lnTo>
                    <a:pt x="1024" y="1597"/>
                  </a:lnTo>
                  <a:lnTo>
                    <a:pt x="786" y="1597"/>
                  </a:lnTo>
                  <a:lnTo>
                    <a:pt x="786" y="763"/>
                  </a:lnTo>
                  <a:cubicBezTo>
                    <a:pt x="786" y="668"/>
                    <a:pt x="739" y="596"/>
                    <a:pt x="643" y="596"/>
                  </a:cubicBezTo>
                  <a:cubicBezTo>
                    <a:pt x="572" y="596"/>
                    <a:pt x="500" y="668"/>
                    <a:pt x="500" y="763"/>
                  </a:cubicBezTo>
                  <a:lnTo>
                    <a:pt x="500" y="1597"/>
                  </a:lnTo>
                  <a:lnTo>
                    <a:pt x="286" y="1597"/>
                  </a:lnTo>
                  <a:lnTo>
                    <a:pt x="286" y="144"/>
                  </a:lnTo>
                  <a:cubicBezTo>
                    <a:pt x="286" y="72"/>
                    <a:pt x="215" y="1"/>
                    <a:pt x="143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5" name="Google Shape;2813;p94">
              <a:extLst>
                <a:ext uri="{FF2B5EF4-FFF2-40B4-BE49-F238E27FC236}">
                  <a16:creationId xmlns:a16="http://schemas.microsoft.com/office/drawing/2014/main" id="{FC69A224-7204-4F13-827A-8F6CFF13CA93}"/>
                </a:ext>
              </a:extLst>
            </p:cNvPr>
            <p:cNvSpPr/>
            <p:nvPr/>
          </p:nvSpPr>
          <p:spPr>
            <a:xfrm>
              <a:off x="4789296" y="2294680"/>
              <a:ext cx="168267" cy="172069"/>
            </a:xfrm>
            <a:custGeom>
              <a:avLst/>
              <a:gdLst/>
              <a:ahLst/>
              <a:cxnLst/>
              <a:rect l="l" t="t" r="r" b="b"/>
              <a:pathLst>
                <a:path w="5002" h="5002" extrusionOk="0">
                  <a:moveTo>
                    <a:pt x="2501" y="1215"/>
                  </a:moveTo>
                  <a:cubicBezTo>
                    <a:pt x="3216" y="1215"/>
                    <a:pt x="3811" y="1787"/>
                    <a:pt x="3811" y="2501"/>
                  </a:cubicBezTo>
                  <a:cubicBezTo>
                    <a:pt x="3811" y="3240"/>
                    <a:pt x="3216" y="3811"/>
                    <a:pt x="2501" y="3811"/>
                  </a:cubicBezTo>
                  <a:cubicBezTo>
                    <a:pt x="1787" y="3811"/>
                    <a:pt x="1215" y="3216"/>
                    <a:pt x="1215" y="2501"/>
                  </a:cubicBezTo>
                  <a:cubicBezTo>
                    <a:pt x="1215" y="1787"/>
                    <a:pt x="1787" y="1215"/>
                    <a:pt x="2501" y="1215"/>
                  </a:cubicBezTo>
                  <a:close/>
                  <a:moveTo>
                    <a:pt x="4692" y="2668"/>
                  </a:moveTo>
                  <a:cubicBezTo>
                    <a:pt x="4668" y="3121"/>
                    <a:pt x="4502" y="3549"/>
                    <a:pt x="4216" y="3883"/>
                  </a:cubicBezTo>
                  <a:lnTo>
                    <a:pt x="3787" y="3454"/>
                  </a:lnTo>
                  <a:cubicBezTo>
                    <a:pt x="3954" y="3216"/>
                    <a:pt x="4073" y="2954"/>
                    <a:pt x="4097" y="2668"/>
                  </a:cubicBezTo>
                  <a:close/>
                  <a:moveTo>
                    <a:pt x="2358" y="311"/>
                  </a:moveTo>
                  <a:lnTo>
                    <a:pt x="2358" y="930"/>
                  </a:lnTo>
                  <a:cubicBezTo>
                    <a:pt x="1549" y="1001"/>
                    <a:pt x="906" y="1692"/>
                    <a:pt x="906" y="2501"/>
                  </a:cubicBezTo>
                  <a:cubicBezTo>
                    <a:pt x="906" y="3383"/>
                    <a:pt x="1620" y="4097"/>
                    <a:pt x="2501" y="4097"/>
                  </a:cubicBezTo>
                  <a:cubicBezTo>
                    <a:pt x="2930" y="4097"/>
                    <a:pt x="3311" y="3954"/>
                    <a:pt x="3597" y="3668"/>
                  </a:cubicBezTo>
                  <a:cubicBezTo>
                    <a:pt x="3740" y="3811"/>
                    <a:pt x="3883" y="3954"/>
                    <a:pt x="4025" y="4097"/>
                  </a:cubicBezTo>
                  <a:cubicBezTo>
                    <a:pt x="3644" y="4478"/>
                    <a:pt x="3097" y="4716"/>
                    <a:pt x="2501" y="4716"/>
                  </a:cubicBezTo>
                  <a:cubicBezTo>
                    <a:pt x="1287" y="4716"/>
                    <a:pt x="310" y="3716"/>
                    <a:pt x="310" y="2501"/>
                  </a:cubicBezTo>
                  <a:cubicBezTo>
                    <a:pt x="310" y="1335"/>
                    <a:pt x="1215" y="382"/>
                    <a:pt x="2358" y="311"/>
                  </a:cubicBezTo>
                  <a:close/>
                  <a:moveTo>
                    <a:pt x="2501" y="1"/>
                  </a:moveTo>
                  <a:cubicBezTo>
                    <a:pt x="1120" y="1"/>
                    <a:pt x="1" y="1144"/>
                    <a:pt x="1" y="2501"/>
                  </a:cubicBezTo>
                  <a:cubicBezTo>
                    <a:pt x="1" y="3883"/>
                    <a:pt x="1120" y="5002"/>
                    <a:pt x="2501" y="5002"/>
                  </a:cubicBezTo>
                  <a:cubicBezTo>
                    <a:pt x="3883" y="5002"/>
                    <a:pt x="5002" y="3883"/>
                    <a:pt x="5002" y="2501"/>
                  </a:cubicBezTo>
                  <a:cubicBezTo>
                    <a:pt x="5002" y="1978"/>
                    <a:pt x="4835" y="1477"/>
                    <a:pt x="4526" y="1049"/>
                  </a:cubicBezTo>
                  <a:cubicBezTo>
                    <a:pt x="4499" y="1009"/>
                    <a:pt x="4459" y="992"/>
                    <a:pt x="4415" y="992"/>
                  </a:cubicBezTo>
                  <a:cubicBezTo>
                    <a:pt x="4380" y="992"/>
                    <a:pt x="4343" y="1004"/>
                    <a:pt x="4311" y="1025"/>
                  </a:cubicBezTo>
                  <a:cubicBezTo>
                    <a:pt x="4264" y="1073"/>
                    <a:pt x="4240" y="1144"/>
                    <a:pt x="4287" y="1215"/>
                  </a:cubicBezTo>
                  <a:cubicBezTo>
                    <a:pt x="4526" y="1549"/>
                    <a:pt x="4668" y="1954"/>
                    <a:pt x="4692" y="2359"/>
                  </a:cubicBezTo>
                  <a:lnTo>
                    <a:pt x="4097" y="2359"/>
                  </a:lnTo>
                  <a:cubicBezTo>
                    <a:pt x="4025" y="1597"/>
                    <a:pt x="3406" y="1001"/>
                    <a:pt x="2644" y="930"/>
                  </a:cubicBezTo>
                  <a:lnTo>
                    <a:pt x="2644" y="311"/>
                  </a:lnTo>
                  <a:cubicBezTo>
                    <a:pt x="3097" y="334"/>
                    <a:pt x="3501" y="501"/>
                    <a:pt x="3859" y="787"/>
                  </a:cubicBezTo>
                  <a:cubicBezTo>
                    <a:pt x="3886" y="805"/>
                    <a:pt x="3917" y="813"/>
                    <a:pt x="3947" y="813"/>
                  </a:cubicBezTo>
                  <a:cubicBezTo>
                    <a:pt x="3996" y="813"/>
                    <a:pt x="4044" y="792"/>
                    <a:pt x="4073" y="763"/>
                  </a:cubicBezTo>
                  <a:cubicBezTo>
                    <a:pt x="4121" y="692"/>
                    <a:pt x="4121" y="596"/>
                    <a:pt x="4049" y="549"/>
                  </a:cubicBezTo>
                  <a:cubicBezTo>
                    <a:pt x="3597" y="191"/>
                    <a:pt x="3073" y="1"/>
                    <a:pt x="2501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6" name="Google Shape;2814;p94">
              <a:extLst>
                <a:ext uri="{FF2B5EF4-FFF2-40B4-BE49-F238E27FC236}">
                  <a16:creationId xmlns:a16="http://schemas.microsoft.com/office/drawing/2014/main" id="{CC942708-1EED-4719-A7AB-15E25B610BA4}"/>
                </a:ext>
              </a:extLst>
            </p:cNvPr>
            <p:cNvSpPr/>
            <p:nvPr/>
          </p:nvSpPr>
          <p:spPr>
            <a:xfrm>
              <a:off x="4794107" y="2453402"/>
              <a:ext cx="24086" cy="17475"/>
            </a:xfrm>
            <a:custGeom>
              <a:avLst/>
              <a:gdLst/>
              <a:ahLst/>
              <a:cxnLst/>
              <a:rect l="l" t="t" r="r" b="b"/>
              <a:pathLst>
                <a:path w="716" h="508" extrusionOk="0">
                  <a:moveTo>
                    <a:pt x="167" y="1"/>
                  </a:moveTo>
                  <a:cubicBezTo>
                    <a:pt x="132" y="1"/>
                    <a:pt x="96" y="19"/>
                    <a:pt x="72" y="55"/>
                  </a:cubicBezTo>
                  <a:cubicBezTo>
                    <a:pt x="1" y="102"/>
                    <a:pt x="1" y="197"/>
                    <a:pt x="72" y="245"/>
                  </a:cubicBezTo>
                  <a:lnTo>
                    <a:pt x="263" y="459"/>
                  </a:lnTo>
                  <a:cubicBezTo>
                    <a:pt x="286" y="483"/>
                    <a:pt x="334" y="507"/>
                    <a:pt x="358" y="507"/>
                  </a:cubicBezTo>
                  <a:cubicBezTo>
                    <a:pt x="405" y="507"/>
                    <a:pt x="429" y="483"/>
                    <a:pt x="477" y="459"/>
                  </a:cubicBezTo>
                  <a:lnTo>
                    <a:pt x="667" y="245"/>
                  </a:lnTo>
                  <a:cubicBezTo>
                    <a:pt x="715" y="197"/>
                    <a:pt x="715" y="102"/>
                    <a:pt x="667" y="55"/>
                  </a:cubicBezTo>
                  <a:cubicBezTo>
                    <a:pt x="632" y="19"/>
                    <a:pt x="590" y="1"/>
                    <a:pt x="551" y="1"/>
                  </a:cubicBezTo>
                  <a:cubicBezTo>
                    <a:pt x="513" y="1"/>
                    <a:pt x="477" y="19"/>
                    <a:pt x="453" y="55"/>
                  </a:cubicBezTo>
                  <a:lnTo>
                    <a:pt x="358" y="150"/>
                  </a:lnTo>
                  <a:lnTo>
                    <a:pt x="263" y="55"/>
                  </a:lnTo>
                  <a:cubicBezTo>
                    <a:pt x="239" y="19"/>
                    <a:pt x="203" y="1"/>
                    <a:pt x="167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7" name="Google Shape;2815;p94">
              <a:extLst>
                <a:ext uri="{FF2B5EF4-FFF2-40B4-BE49-F238E27FC236}">
                  <a16:creationId xmlns:a16="http://schemas.microsoft.com/office/drawing/2014/main" id="{75757593-004B-4B1D-8138-0CAB416ECD5D}"/>
                </a:ext>
              </a:extLst>
            </p:cNvPr>
            <p:cNvSpPr/>
            <p:nvPr/>
          </p:nvSpPr>
          <p:spPr>
            <a:xfrm>
              <a:off x="4883051" y="2382744"/>
              <a:ext cx="24053" cy="16856"/>
            </a:xfrm>
            <a:custGeom>
              <a:avLst/>
              <a:gdLst/>
              <a:ahLst/>
              <a:cxnLst/>
              <a:rect l="l" t="t" r="r" b="b"/>
              <a:pathLst>
                <a:path w="715" h="490" extrusionOk="0">
                  <a:moveTo>
                    <a:pt x="164" y="1"/>
                  </a:moveTo>
                  <a:cubicBezTo>
                    <a:pt x="125" y="1"/>
                    <a:pt x="83" y="13"/>
                    <a:pt x="48" y="37"/>
                  </a:cubicBezTo>
                  <a:cubicBezTo>
                    <a:pt x="0" y="84"/>
                    <a:pt x="0" y="180"/>
                    <a:pt x="48" y="251"/>
                  </a:cubicBezTo>
                  <a:lnTo>
                    <a:pt x="238" y="442"/>
                  </a:lnTo>
                  <a:cubicBezTo>
                    <a:pt x="286" y="465"/>
                    <a:pt x="310" y="489"/>
                    <a:pt x="357" y="489"/>
                  </a:cubicBezTo>
                  <a:cubicBezTo>
                    <a:pt x="381" y="489"/>
                    <a:pt x="429" y="465"/>
                    <a:pt x="453" y="442"/>
                  </a:cubicBezTo>
                  <a:lnTo>
                    <a:pt x="667" y="251"/>
                  </a:lnTo>
                  <a:cubicBezTo>
                    <a:pt x="714" y="180"/>
                    <a:pt x="714" y="84"/>
                    <a:pt x="667" y="37"/>
                  </a:cubicBezTo>
                  <a:cubicBezTo>
                    <a:pt x="631" y="13"/>
                    <a:pt x="589" y="1"/>
                    <a:pt x="551" y="1"/>
                  </a:cubicBezTo>
                  <a:cubicBezTo>
                    <a:pt x="512" y="1"/>
                    <a:pt x="476" y="13"/>
                    <a:pt x="453" y="37"/>
                  </a:cubicBezTo>
                  <a:lnTo>
                    <a:pt x="357" y="132"/>
                  </a:lnTo>
                  <a:lnTo>
                    <a:pt x="262" y="37"/>
                  </a:lnTo>
                  <a:cubicBezTo>
                    <a:pt x="238" y="13"/>
                    <a:pt x="202" y="1"/>
                    <a:pt x="164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8" name="Google Shape;2816;p94">
              <a:extLst>
                <a:ext uri="{FF2B5EF4-FFF2-40B4-BE49-F238E27FC236}">
                  <a16:creationId xmlns:a16="http://schemas.microsoft.com/office/drawing/2014/main" id="{E064EA9E-2DFD-4EA3-B711-1609C3E46F7B}"/>
                </a:ext>
              </a:extLst>
            </p:cNvPr>
            <p:cNvSpPr/>
            <p:nvPr/>
          </p:nvSpPr>
          <p:spPr>
            <a:xfrm>
              <a:off x="4935899" y="2304106"/>
              <a:ext cx="24086" cy="16856"/>
            </a:xfrm>
            <a:custGeom>
              <a:avLst/>
              <a:gdLst/>
              <a:ahLst/>
              <a:cxnLst/>
              <a:rect l="l" t="t" r="r" b="b"/>
              <a:pathLst>
                <a:path w="716" h="490" extrusionOk="0">
                  <a:moveTo>
                    <a:pt x="168" y="1"/>
                  </a:moveTo>
                  <a:cubicBezTo>
                    <a:pt x="132" y="1"/>
                    <a:pt x="96" y="13"/>
                    <a:pt x="72" y="37"/>
                  </a:cubicBezTo>
                  <a:cubicBezTo>
                    <a:pt x="1" y="84"/>
                    <a:pt x="1" y="179"/>
                    <a:pt x="72" y="251"/>
                  </a:cubicBezTo>
                  <a:lnTo>
                    <a:pt x="263" y="441"/>
                  </a:lnTo>
                  <a:cubicBezTo>
                    <a:pt x="287" y="465"/>
                    <a:pt x="310" y="489"/>
                    <a:pt x="358" y="489"/>
                  </a:cubicBezTo>
                  <a:cubicBezTo>
                    <a:pt x="406" y="489"/>
                    <a:pt x="429" y="465"/>
                    <a:pt x="453" y="441"/>
                  </a:cubicBezTo>
                  <a:lnTo>
                    <a:pt x="668" y="251"/>
                  </a:lnTo>
                  <a:cubicBezTo>
                    <a:pt x="715" y="179"/>
                    <a:pt x="715" y="84"/>
                    <a:pt x="668" y="37"/>
                  </a:cubicBezTo>
                  <a:cubicBezTo>
                    <a:pt x="632" y="13"/>
                    <a:pt x="590" y="1"/>
                    <a:pt x="552" y="1"/>
                  </a:cubicBezTo>
                  <a:cubicBezTo>
                    <a:pt x="513" y="1"/>
                    <a:pt x="477" y="13"/>
                    <a:pt x="453" y="37"/>
                  </a:cubicBezTo>
                  <a:lnTo>
                    <a:pt x="358" y="132"/>
                  </a:lnTo>
                  <a:lnTo>
                    <a:pt x="263" y="37"/>
                  </a:lnTo>
                  <a:cubicBezTo>
                    <a:pt x="239" y="13"/>
                    <a:pt x="203" y="1"/>
                    <a:pt x="168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</p:grpSp>
      <p:sp>
        <p:nvSpPr>
          <p:cNvPr id="18" name="Скругленный прямоугольник 17">
            <a:extLst>
              <a:ext uri="{FF2B5EF4-FFF2-40B4-BE49-F238E27FC236}">
                <a16:creationId xmlns:a16="http://schemas.microsoft.com/office/drawing/2014/main" id="{4E66C5A3-A3C5-30B4-C393-E9B38DD05805}"/>
              </a:ext>
            </a:extLst>
          </p:cNvPr>
          <p:cNvSpPr/>
          <p:nvPr/>
        </p:nvSpPr>
        <p:spPr>
          <a:xfrm>
            <a:off x="9337010" y="1396603"/>
            <a:ext cx="1504594" cy="1401168"/>
          </a:xfrm>
          <a:prstGeom prst="roundRect">
            <a:avLst/>
          </a:prstGeom>
          <a:noFill/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9" name="Заголовок 13">
            <a:extLst>
              <a:ext uri="{FF2B5EF4-FFF2-40B4-BE49-F238E27FC236}">
                <a16:creationId xmlns:a16="http://schemas.microsoft.com/office/drawing/2014/main" id="{32DE2C53-BA9C-FC6C-F0C8-C020E4D2E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9862734" cy="376138"/>
          </a:xfrm>
        </p:spPr>
        <p:txBody>
          <a:bodyPr/>
          <a:lstStyle/>
          <a:p>
            <a:r>
              <a:rPr lang="ru-RU"/>
              <a:t>ПРОБЛЕМА</a:t>
            </a:r>
          </a:p>
        </p:txBody>
      </p:sp>
      <p:cxnSp>
        <p:nvCxnSpPr>
          <p:cNvPr id="14" name="Google Shape;2799;p94">
            <a:extLst>
              <a:ext uri="{FF2B5EF4-FFF2-40B4-BE49-F238E27FC236}">
                <a16:creationId xmlns:a16="http://schemas.microsoft.com/office/drawing/2014/main" id="{0372E42A-E229-C83D-8A7D-7D33518B16A2}"/>
              </a:ext>
            </a:extLst>
          </p:cNvPr>
          <p:cNvCxnSpPr>
            <a:cxnSpLocks/>
          </p:cNvCxnSpPr>
          <p:nvPr/>
        </p:nvCxnSpPr>
        <p:spPr>
          <a:xfrm flipV="1">
            <a:off x="6843165" y="2119165"/>
            <a:ext cx="2489934" cy="12489"/>
          </a:xfrm>
          <a:prstGeom prst="straightConnector1">
            <a:avLst/>
          </a:prstGeom>
          <a:ln w="127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8034515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Скругленный прямоугольник 11">
            <a:extLst>
              <a:ext uri="{FF2B5EF4-FFF2-40B4-BE49-F238E27FC236}">
                <a16:creationId xmlns:a16="http://schemas.microsoft.com/office/drawing/2014/main" id="{E0D9EF9A-DA2D-60AC-63A9-ACD551239B10}"/>
              </a:ext>
            </a:extLst>
          </p:cNvPr>
          <p:cNvSpPr/>
          <p:nvPr/>
        </p:nvSpPr>
        <p:spPr>
          <a:xfrm>
            <a:off x="346075" y="324562"/>
            <a:ext cx="4846320" cy="620919"/>
          </a:xfrm>
          <a:prstGeom prst="roundRect">
            <a:avLst>
              <a:gd name="adj" fmla="val 18706"/>
            </a:avLst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3" name="Номер слайда 12">
            <a:extLst>
              <a:ext uri="{FF2B5EF4-FFF2-40B4-BE49-F238E27FC236}">
                <a16:creationId xmlns:a16="http://schemas.microsoft.com/office/drawing/2014/main" id="{346B550E-0CFF-4A79-B1FE-2EC1424EF86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25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2" name="Текст 1">
            <a:extLst>
              <a:ext uri="{FF2B5EF4-FFF2-40B4-BE49-F238E27FC236}">
                <a16:creationId xmlns:a16="http://schemas.microsoft.com/office/drawing/2014/main" id="{89C5FEE7-8855-4287-AE2D-52539F4D5F31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346075" y="1458075"/>
            <a:ext cx="2526079" cy="1476687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</a:pPr>
            <a:r>
              <a:rPr lang="ru-RU" b="1" sz="1500">
                <a:solidFill>
                  <a:schemeClr val="accent5"/>
                </a:solidFill>
              </a:rPr>
              <a:t>Настройка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8BB2C021-BD44-4085-92C0-42B29CA7DD4E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346075" y="1814077"/>
            <a:ext cx="2526079" cy="1120685"/>
          </a:xfrm>
        </p:spPr>
        <p:txBody>
          <a:bodyPr/>
          <a:lstStyle/>
          <a:p>
            <a:pPr marL="0" indent="0">
              <a:buNone/>
            </a:pPr>
            <a:r>
              <a:rPr lang="ru-RU" sz="1300">
                <a:solidFill>
                  <a:schemeClr val="tx1"/>
                </a:solidFill>
              </a:rPr>
              <a:t>Преподаватель выбирает сценарии из 96 ситуаций (32 билета) или генерирует новые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1726F0F5-5C67-466D-943E-F4703B2F2700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4832960" y="1458075"/>
            <a:ext cx="2526079" cy="1476687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</a:pPr>
            <a:r>
              <a:rPr lang="ru-RU" b="1" sz="1500">
                <a:solidFill>
                  <a:schemeClr val="accent5"/>
                </a:solidFill>
              </a:rPr>
              <a:t>Подтверждение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66D4997F-BA2F-417E-957D-7B6FF608CC45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>
          <a:xfrm>
            <a:off x="4832960" y="1814077"/>
            <a:ext cx="2526079" cy="1120685"/>
          </a:xfrm>
        </p:spPr>
        <p:txBody>
          <a:bodyPr/>
          <a:lstStyle/>
          <a:p>
            <a:pPr marL="0" indent="0">
              <a:buNone/>
            </a:pPr>
            <a:r>
              <a:rPr lang="ru-RU" sz="1300">
                <a:solidFill>
                  <a:schemeClr val="tx1"/>
                </a:solidFill>
              </a:rPr>
              <a:t>Преподаватель утверждает карточку и передаёт диспетчеру ДДС</a:t>
            </a: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B04BBFFE-3199-451F-A356-405FEE6461C5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>
          <a:xfrm>
            <a:off x="9330862" y="1458075"/>
            <a:ext cx="2526079" cy="1476687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</a:pPr>
            <a:r>
              <a:rPr lang="ru-RU" b="1" sz="1500">
                <a:solidFill>
                  <a:schemeClr val="accent5"/>
                </a:solidFill>
              </a:rPr>
              <a:t>Разбор</a:t>
            </a: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6B529974-604C-48E2-AD6F-070B19225F48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9330862" y="1814077"/>
            <a:ext cx="2526079" cy="1120685"/>
          </a:xfrm>
        </p:spPr>
        <p:txBody>
          <a:bodyPr/>
          <a:lstStyle/>
          <a:p>
            <a:pPr marL="0" indent="0">
              <a:buNone/>
            </a:pPr>
            <a:r>
              <a:rPr lang="ru-RU" sz="1300">
                <a:solidFill>
                  <a:schemeClr val="tx1"/>
                </a:solidFill>
              </a:rPr>
              <a:t>Отчёт, подсказки ИИ, карта ошибок группы; итог оценки за преподавателем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9C425FA5-5D8B-4070-9FEA-743FFC23DC9C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2593517" y="4825338"/>
            <a:ext cx="2526079" cy="1476687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</a:pPr>
            <a:r>
              <a:rPr lang="ru-RU" b="1" sz="1500">
                <a:solidFill>
                  <a:schemeClr val="accent5"/>
                </a:solidFill>
              </a:rPr>
              <a:t>Приём вызова 112</a:t>
            </a: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3E4BE6CF-D653-4C71-B520-8F640E846D62}"/>
              </a:ext>
            </a:extLst>
          </p:cNvPr>
          <p:cNvSpPr>
            <a:spLocks noGrp="1"/>
          </p:cNvSpPr>
          <p:nvPr>
            <p:ph type="body" sz="quarter" idx="33"/>
          </p:nvPr>
        </p:nvSpPr>
        <p:spPr>
          <a:xfrm>
            <a:off x="2593517" y="5181340"/>
            <a:ext cx="2526079" cy="1120685"/>
          </a:xfrm>
        </p:spPr>
        <p:txBody>
          <a:bodyPr/>
          <a:lstStyle/>
          <a:p>
            <a:pPr marL="0" indent="0">
              <a:buNone/>
            </a:pPr>
            <a:r>
              <a:rPr lang="ru-RU" sz="1300">
                <a:solidFill>
                  <a:schemeClr val="tx1"/>
                </a:solidFill>
              </a:rPr>
              <a:t>Оператор заполняет карточку: адрес, опросная карта ЕКП</a:t>
            </a:r>
          </a:p>
        </p:txBody>
      </p:sp>
      <p:sp>
        <p:nvSpPr>
          <p:cNvPr id="10" name="Текст 9">
            <a:extLst>
              <a:ext uri="{FF2B5EF4-FFF2-40B4-BE49-F238E27FC236}">
                <a16:creationId xmlns:a16="http://schemas.microsoft.com/office/drawing/2014/main" id="{7FE93D78-FBF8-4CFA-B0D4-B21070DBC331}"/>
              </a:ext>
            </a:extLst>
          </p:cNvPr>
          <p:cNvSpPr>
            <a:spLocks noGrp="1"/>
          </p:cNvSpPr>
          <p:nvPr>
            <p:ph type="body" sz="quarter" idx="34"/>
          </p:nvPr>
        </p:nvSpPr>
        <p:spPr>
          <a:xfrm>
            <a:off x="7080402" y="4825338"/>
            <a:ext cx="2526079" cy="1476687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</a:pPr>
            <a:r>
              <a:rPr lang="ru-RU" b="1" sz="1500">
                <a:solidFill>
                  <a:schemeClr val="accent5"/>
                </a:solidFill>
              </a:rPr>
              <a:t>Отработка ДДС</a:t>
            </a:r>
          </a:p>
        </p:txBody>
      </p:sp>
      <p:sp>
        <p:nvSpPr>
          <p:cNvPr id="11" name="Текст 10">
            <a:extLst>
              <a:ext uri="{FF2B5EF4-FFF2-40B4-BE49-F238E27FC236}">
                <a16:creationId xmlns:a16="http://schemas.microsoft.com/office/drawing/2014/main" id="{931BD573-963A-40B6-8E80-802A897ACB26}"/>
              </a:ext>
            </a:extLst>
          </p:cNvPr>
          <p:cNvSpPr>
            <a:spLocks noGrp="1"/>
          </p:cNvSpPr>
          <p:nvPr>
            <p:ph type="body" sz="quarter" idx="35"/>
          </p:nvPr>
        </p:nvSpPr>
        <p:spPr>
          <a:xfrm>
            <a:off x="7080402" y="5181340"/>
            <a:ext cx="2526079" cy="1120685"/>
          </a:xfrm>
        </p:spPr>
        <p:txBody>
          <a:bodyPr/>
          <a:lstStyle/>
          <a:p>
            <a:pPr marL="0" indent="0">
              <a:buNone/>
            </a:pPr>
            <a:r>
              <a:rPr lang="ru-RU" sz="1300">
                <a:solidFill>
                  <a:schemeClr val="tx1"/>
                </a:solidFill>
              </a:rPr>
              <a:t>Полный цикл статусов, нормативы 30 с и 3 мин, софтфон</a:t>
            </a:r>
          </a:p>
        </p:txBody>
      </p:sp>
      <p:cxnSp>
        <p:nvCxnSpPr>
          <p:cNvPr id="34" name="Прямая соединительная линия 33">
            <a:extLst>
              <a:ext uri="{FF2B5EF4-FFF2-40B4-BE49-F238E27FC236}">
                <a16:creationId xmlns:a16="http://schemas.microsoft.com/office/drawing/2014/main" id="{FED623D4-5E7E-44FB-A655-80D9166ACECF}"/>
              </a:ext>
            </a:extLst>
          </p:cNvPr>
          <p:cNvCxnSpPr>
            <a:cxnSpLocks/>
          </p:cNvCxnSpPr>
          <p:nvPr/>
        </p:nvCxnSpPr>
        <p:spPr>
          <a:xfrm>
            <a:off x="2065940" y="3860224"/>
            <a:ext cx="1332546" cy="0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Прямая соединительная линия 34">
            <a:extLst>
              <a:ext uri="{FF2B5EF4-FFF2-40B4-BE49-F238E27FC236}">
                <a16:creationId xmlns:a16="http://schemas.microsoft.com/office/drawing/2014/main" id="{13BC568E-FCE4-46A3-933D-4F9F8325A813}"/>
              </a:ext>
            </a:extLst>
          </p:cNvPr>
          <p:cNvCxnSpPr>
            <a:cxnSpLocks/>
          </p:cNvCxnSpPr>
          <p:nvPr/>
        </p:nvCxnSpPr>
        <p:spPr>
          <a:xfrm>
            <a:off x="4312137" y="3862139"/>
            <a:ext cx="1332546" cy="0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Прямая соединительная линия 35">
            <a:extLst>
              <a:ext uri="{FF2B5EF4-FFF2-40B4-BE49-F238E27FC236}">
                <a16:creationId xmlns:a16="http://schemas.microsoft.com/office/drawing/2014/main" id="{043ABED0-AC0F-4D92-AB29-318DAE79D38B}"/>
              </a:ext>
            </a:extLst>
          </p:cNvPr>
          <p:cNvCxnSpPr>
            <a:cxnSpLocks/>
          </p:cNvCxnSpPr>
          <p:nvPr/>
        </p:nvCxnSpPr>
        <p:spPr>
          <a:xfrm>
            <a:off x="6558334" y="3862139"/>
            <a:ext cx="1332546" cy="0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Прямая соединительная линия 36">
            <a:extLst>
              <a:ext uri="{FF2B5EF4-FFF2-40B4-BE49-F238E27FC236}">
                <a16:creationId xmlns:a16="http://schemas.microsoft.com/office/drawing/2014/main" id="{836D684E-425A-4867-B96C-B1550D2326EC}"/>
              </a:ext>
            </a:extLst>
          </p:cNvPr>
          <p:cNvCxnSpPr>
            <a:cxnSpLocks/>
          </p:cNvCxnSpPr>
          <p:nvPr/>
        </p:nvCxnSpPr>
        <p:spPr>
          <a:xfrm>
            <a:off x="8780467" y="3862139"/>
            <a:ext cx="1332545" cy="0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Прямая соединительная линия 37">
            <a:extLst>
              <a:ext uri="{FF2B5EF4-FFF2-40B4-BE49-F238E27FC236}">
                <a16:creationId xmlns:a16="http://schemas.microsoft.com/office/drawing/2014/main" id="{81B30F67-B043-4D47-8D41-EA47E7D98286}"/>
              </a:ext>
            </a:extLst>
          </p:cNvPr>
          <p:cNvCxnSpPr>
            <a:cxnSpLocks/>
          </p:cNvCxnSpPr>
          <p:nvPr/>
        </p:nvCxnSpPr>
        <p:spPr>
          <a:xfrm>
            <a:off x="1609114" y="2934762"/>
            <a:ext cx="1" cy="573287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Прямая соединительная линия 38">
            <a:extLst>
              <a:ext uri="{FF2B5EF4-FFF2-40B4-BE49-F238E27FC236}">
                <a16:creationId xmlns:a16="http://schemas.microsoft.com/office/drawing/2014/main" id="{B41E618C-6887-4F78-8BEC-4C2ABC30AC44}"/>
              </a:ext>
            </a:extLst>
          </p:cNvPr>
          <p:cNvCxnSpPr>
            <a:cxnSpLocks/>
          </p:cNvCxnSpPr>
          <p:nvPr/>
        </p:nvCxnSpPr>
        <p:spPr>
          <a:xfrm>
            <a:off x="3855312" y="4216228"/>
            <a:ext cx="1245" cy="575062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Прямая соединительная линия 39">
            <a:extLst>
              <a:ext uri="{FF2B5EF4-FFF2-40B4-BE49-F238E27FC236}">
                <a16:creationId xmlns:a16="http://schemas.microsoft.com/office/drawing/2014/main" id="{DE971D4E-B203-4B09-93F8-D53951540777}"/>
              </a:ext>
            </a:extLst>
          </p:cNvPr>
          <p:cNvCxnSpPr>
            <a:cxnSpLocks/>
          </p:cNvCxnSpPr>
          <p:nvPr/>
        </p:nvCxnSpPr>
        <p:spPr>
          <a:xfrm>
            <a:off x="6096000" y="2934762"/>
            <a:ext cx="5509" cy="573287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Прямая соединительная линия 40">
            <a:extLst>
              <a:ext uri="{FF2B5EF4-FFF2-40B4-BE49-F238E27FC236}">
                <a16:creationId xmlns:a16="http://schemas.microsoft.com/office/drawing/2014/main" id="{2BF27CC0-A85F-4C49-884A-649E718F232A}"/>
              </a:ext>
            </a:extLst>
          </p:cNvPr>
          <p:cNvCxnSpPr>
            <a:cxnSpLocks/>
          </p:cNvCxnSpPr>
          <p:nvPr/>
        </p:nvCxnSpPr>
        <p:spPr>
          <a:xfrm flipH="1">
            <a:off x="8343442" y="4216228"/>
            <a:ext cx="4264" cy="575062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Прямая соединительная линия 41">
            <a:extLst>
              <a:ext uri="{FF2B5EF4-FFF2-40B4-BE49-F238E27FC236}">
                <a16:creationId xmlns:a16="http://schemas.microsoft.com/office/drawing/2014/main" id="{8A19CF67-915F-4390-A30E-945C95016756}"/>
              </a:ext>
            </a:extLst>
          </p:cNvPr>
          <p:cNvCxnSpPr>
            <a:cxnSpLocks/>
          </p:cNvCxnSpPr>
          <p:nvPr/>
        </p:nvCxnSpPr>
        <p:spPr>
          <a:xfrm>
            <a:off x="10593901" y="2934762"/>
            <a:ext cx="1" cy="573287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Скругленный прямоугольник 42">
            <a:extLst>
              <a:ext uri="{FF2B5EF4-FFF2-40B4-BE49-F238E27FC236}">
                <a16:creationId xmlns:a16="http://schemas.microsoft.com/office/drawing/2014/main" id="{4E8CC8D8-3B02-4108-71E4-BDF385E41A76}"/>
              </a:ext>
            </a:extLst>
          </p:cNvPr>
          <p:cNvSpPr/>
          <p:nvPr/>
        </p:nvSpPr>
        <p:spPr>
          <a:xfrm>
            <a:off x="1191126" y="3508049"/>
            <a:ext cx="874814" cy="708179"/>
          </a:xfrm>
          <a:prstGeom prst="round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ru-RU" sz="2400" b="1" dirty="0"/>
              <a:t>1</a:t>
            </a:r>
          </a:p>
        </p:txBody>
      </p:sp>
      <p:sp>
        <p:nvSpPr>
          <p:cNvPr id="44" name="Скругленный прямоугольник 43">
            <a:extLst>
              <a:ext uri="{FF2B5EF4-FFF2-40B4-BE49-F238E27FC236}">
                <a16:creationId xmlns:a16="http://schemas.microsoft.com/office/drawing/2014/main" id="{219852BA-89EA-AEC0-D3BB-81E4FBB78FBF}"/>
              </a:ext>
            </a:extLst>
          </p:cNvPr>
          <p:cNvSpPr/>
          <p:nvPr/>
        </p:nvSpPr>
        <p:spPr>
          <a:xfrm>
            <a:off x="3412397" y="3506136"/>
            <a:ext cx="874814" cy="708179"/>
          </a:xfrm>
          <a:prstGeom prst="round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ru-RU" sz="2400" b="1" dirty="0"/>
              <a:t>2</a:t>
            </a:r>
          </a:p>
        </p:txBody>
      </p:sp>
      <p:sp>
        <p:nvSpPr>
          <p:cNvPr id="45" name="Скругленный прямоугольник 44">
            <a:extLst>
              <a:ext uri="{FF2B5EF4-FFF2-40B4-BE49-F238E27FC236}">
                <a16:creationId xmlns:a16="http://schemas.microsoft.com/office/drawing/2014/main" id="{BEB80488-DBD5-60E2-7B94-2C03FD2F73EC}"/>
              </a:ext>
            </a:extLst>
          </p:cNvPr>
          <p:cNvSpPr/>
          <p:nvPr/>
        </p:nvSpPr>
        <p:spPr>
          <a:xfrm>
            <a:off x="5658594" y="3516255"/>
            <a:ext cx="874814" cy="708179"/>
          </a:xfrm>
          <a:prstGeom prst="round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ru-RU" sz="2400" b="1" dirty="0"/>
              <a:t>3</a:t>
            </a:r>
          </a:p>
        </p:txBody>
      </p:sp>
      <p:sp>
        <p:nvSpPr>
          <p:cNvPr id="53" name="Скругленный прямоугольник 52">
            <a:extLst>
              <a:ext uri="{FF2B5EF4-FFF2-40B4-BE49-F238E27FC236}">
                <a16:creationId xmlns:a16="http://schemas.microsoft.com/office/drawing/2014/main" id="{41C3924C-4DE8-D413-3F15-F71BBA421983}"/>
              </a:ext>
            </a:extLst>
          </p:cNvPr>
          <p:cNvSpPr/>
          <p:nvPr/>
        </p:nvSpPr>
        <p:spPr>
          <a:xfrm>
            <a:off x="7889752" y="3506135"/>
            <a:ext cx="874814" cy="708179"/>
          </a:xfrm>
          <a:prstGeom prst="round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ru-RU" sz="2400" b="1" dirty="0"/>
              <a:t>4</a:t>
            </a:r>
          </a:p>
        </p:txBody>
      </p:sp>
      <p:sp>
        <p:nvSpPr>
          <p:cNvPr id="54" name="Скругленный прямоугольник 53">
            <a:extLst>
              <a:ext uri="{FF2B5EF4-FFF2-40B4-BE49-F238E27FC236}">
                <a16:creationId xmlns:a16="http://schemas.microsoft.com/office/drawing/2014/main" id="{5040D480-3D0A-377D-EDA1-4B45E5CE44A4}"/>
              </a:ext>
            </a:extLst>
          </p:cNvPr>
          <p:cNvSpPr/>
          <p:nvPr/>
        </p:nvSpPr>
        <p:spPr>
          <a:xfrm>
            <a:off x="10113012" y="3538626"/>
            <a:ext cx="874814" cy="708179"/>
          </a:xfrm>
          <a:prstGeom prst="round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ru-RU" sz="2400" b="1" dirty="0"/>
              <a:t>5</a:t>
            </a:r>
          </a:p>
        </p:txBody>
      </p:sp>
      <p:sp>
        <p:nvSpPr>
          <p:cNvPr id="15" name="Заголовок 13">
            <a:extLst>
              <a:ext uri="{FF2B5EF4-FFF2-40B4-BE49-F238E27FC236}">
                <a16:creationId xmlns:a16="http://schemas.microsoft.com/office/drawing/2014/main" id="{325CF155-14B8-5628-119D-7449CFD5B0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9862734" cy="376138"/>
          </a:xfrm>
        </p:spPr>
        <p:txBody>
          <a:bodyPr/>
          <a:lstStyle/>
          <a:p>
            <a:r>
              <a:rPr lang="ru-RU"/>
              <a:t>ЗАМКНУТЫЙ ЦИКЛ ЗАНЯТИЯ</a:t>
            </a:r>
          </a:p>
        </p:txBody>
      </p:sp>
      <p:sp>
        <p:nvSpPr>
          <p:cNvPr id="14" name="Скругленный прямоугольник 13">
            <a:extLst>
              <a:ext uri="{FF2B5EF4-FFF2-40B4-BE49-F238E27FC236}">
                <a16:creationId xmlns:a16="http://schemas.microsoft.com/office/drawing/2014/main" id="{BD4BFEA8-37B5-92D1-855E-4FF06BA59DA3}"/>
              </a:ext>
            </a:extLst>
          </p:cNvPr>
          <p:cNvSpPr/>
          <p:nvPr/>
        </p:nvSpPr>
        <p:spPr>
          <a:xfrm>
            <a:off x="186480" y="1370651"/>
            <a:ext cx="2836197" cy="1581312"/>
          </a:xfrm>
          <a:prstGeom prst="roundRect">
            <a:avLst>
              <a:gd name="adj" fmla="val 10884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ru-RU" sz="2400" b="1" dirty="0"/>
          </a:p>
        </p:txBody>
      </p:sp>
      <p:sp>
        <p:nvSpPr>
          <p:cNvPr id="16" name="Скругленный прямоугольник 15">
            <a:extLst>
              <a:ext uri="{FF2B5EF4-FFF2-40B4-BE49-F238E27FC236}">
                <a16:creationId xmlns:a16="http://schemas.microsoft.com/office/drawing/2014/main" id="{21820900-0645-FD25-E909-18D394EFF3AF}"/>
              </a:ext>
            </a:extLst>
          </p:cNvPr>
          <p:cNvSpPr/>
          <p:nvPr/>
        </p:nvSpPr>
        <p:spPr>
          <a:xfrm>
            <a:off x="4644180" y="1370651"/>
            <a:ext cx="2836197" cy="1581312"/>
          </a:xfrm>
          <a:prstGeom prst="roundRect">
            <a:avLst>
              <a:gd name="adj" fmla="val 10884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ru-RU" sz="2400" b="1" dirty="0"/>
          </a:p>
        </p:txBody>
      </p:sp>
      <p:sp>
        <p:nvSpPr>
          <p:cNvPr id="17" name="Скругленный прямоугольник 16">
            <a:extLst>
              <a:ext uri="{FF2B5EF4-FFF2-40B4-BE49-F238E27FC236}">
                <a16:creationId xmlns:a16="http://schemas.microsoft.com/office/drawing/2014/main" id="{996865AC-684A-E392-11F5-A3160D858242}"/>
              </a:ext>
            </a:extLst>
          </p:cNvPr>
          <p:cNvSpPr/>
          <p:nvPr/>
        </p:nvSpPr>
        <p:spPr>
          <a:xfrm>
            <a:off x="9101880" y="1370651"/>
            <a:ext cx="2836197" cy="1581312"/>
          </a:xfrm>
          <a:prstGeom prst="roundRect">
            <a:avLst>
              <a:gd name="adj" fmla="val 10884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ru-RU" sz="2400" b="1" dirty="0"/>
          </a:p>
        </p:txBody>
      </p:sp>
      <p:sp>
        <p:nvSpPr>
          <p:cNvPr id="18" name="Скругленный прямоугольник 17">
            <a:extLst>
              <a:ext uri="{FF2B5EF4-FFF2-40B4-BE49-F238E27FC236}">
                <a16:creationId xmlns:a16="http://schemas.microsoft.com/office/drawing/2014/main" id="{1557C0D9-E1EE-FF6F-28CC-F2CF230BFDBA}"/>
              </a:ext>
            </a:extLst>
          </p:cNvPr>
          <p:cNvSpPr/>
          <p:nvPr/>
        </p:nvSpPr>
        <p:spPr>
          <a:xfrm>
            <a:off x="2471878" y="4825338"/>
            <a:ext cx="2836197" cy="1581312"/>
          </a:xfrm>
          <a:prstGeom prst="roundRect">
            <a:avLst>
              <a:gd name="adj" fmla="val 10884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ru-RU" sz="2400" b="1" dirty="0"/>
          </a:p>
        </p:txBody>
      </p:sp>
      <p:sp>
        <p:nvSpPr>
          <p:cNvPr id="19" name="Скругленный прямоугольник 18">
            <a:extLst>
              <a:ext uri="{FF2B5EF4-FFF2-40B4-BE49-F238E27FC236}">
                <a16:creationId xmlns:a16="http://schemas.microsoft.com/office/drawing/2014/main" id="{BC511278-171F-4030-656D-F6DA5B6264BC}"/>
              </a:ext>
            </a:extLst>
          </p:cNvPr>
          <p:cNvSpPr/>
          <p:nvPr/>
        </p:nvSpPr>
        <p:spPr>
          <a:xfrm>
            <a:off x="6948708" y="4791290"/>
            <a:ext cx="2836197" cy="1581312"/>
          </a:xfrm>
          <a:prstGeom prst="roundRect">
            <a:avLst>
              <a:gd name="adj" fmla="val 10884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ru-RU" sz="2400" b="1" dirty="0"/>
          </a:p>
        </p:txBody>
      </p:sp>
    </p:spTree>
    <p:extLst>
      <p:ext uri="{BB962C8B-B14F-4D97-AF65-F5344CB8AC3E}">
        <p14:creationId xmlns:p14="http://schemas.microsoft.com/office/powerpoint/2010/main" val="219459920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39125108-8C0F-2F06-5739-B84F0E2F138C}"/>
              </a:ext>
            </a:extLst>
          </p:cNvPr>
          <p:cNvSpPr/>
          <p:nvPr/>
        </p:nvSpPr>
        <p:spPr>
          <a:xfrm>
            <a:off x="346075" y="324562"/>
            <a:ext cx="5029200" cy="620919"/>
          </a:xfrm>
          <a:prstGeom prst="roundRect">
            <a:avLst>
              <a:gd name="adj" fmla="val 18706"/>
            </a:avLst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grpSp>
        <p:nvGrpSpPr>
          <p:cNvPr id="8" name="Group 82">
            <a:extLst>
              <a:ext uri="{FF2B5EF4-FFF2-40B4-BE49-F238E27FC236}">
                <a16:creationId xmlns:a16="http://schemas.microsoft.com/office/drawing/2014/main" id="{24F452BD-B318-4752-95A0-FE784050E11F}"/>
              </a:ext>
            </a:extLst>
          </p:cNvPr>
          <p:cNvGrpSpPr>
            <a:grpSpLocks noChangeAspect="1"/>
          </p:cNvGrpSpPr>
          <p:nvPr/>
        </p:nvGrpSpPr>
        <p:grpSpPr>
          <a:xfrm>
            <a:off x="1149124" y="1149443"/>
            <a:ext cx="4267960" cy="2822929"/>
            <a:chOff x="1027152" y="2693983"/>
            <a:chExt cx="6796849" cy="4462905"/>
          </a:xfrm>
        </p:grpSpPr>
        <p:grpSp>
          <p:nvGrpSpPr>
            <p:cNvPr id="9" name="Group 83">
              <a:extLst>
                <a:ext uri="{FF2B5EF4-FFF2-40B4-BE49-F238E27FC236}">
                  <a16:creationId xmlns:a16="http://schemas.microsoft.com/office/drawing/2014/main" id="{FD5311CA-A8DA-4752-BCCC-9D77C86DAA8A}"/>
                </a:ext>
              </a:extLst>
            </p:cNvPr>
            <p:cNvGrpSpPr/>
            <p:nvPr/>
          </p:nvGrpSpPr>
          <p:grpSpPr>
            <a:xfrm>
              <a:off x="1027152" y="2693983"/>
              <a:ext cx="6796849" cy="4462905"/>
              <a:chOff x="1027152" y="2693983"/>
              <a:chExt cx="6796849" cy="4462905"/>
            </a:xfrm>
          </p:grpSpPr>
          <p:sp>
            <p:nvSpPr>
              <p:cNvPr id="12" name="AutoShape 1">
                <a:extLst>
                  <a:ext uri="{FF2B5EF4-FFF2-40B4-BE49-F238E27FC236}">
                    <a16:creationId xmlns:a16="http://schemas.microsoft.com/office/drawing/2014/main" id="{C5DD9855-9040-4A8E-8FC7-2A87D71D92A4}"/>
                  </a:ext>
                </a:extLst>
              </p:cNvPr>
              <p:cNvSpPr>
                <a:spLocks noChangeAspect="1"/>
              </p:cNvSpPr>
              <p:nvPr/>
            </p:nvSpPr>
            <p:spPr bwMode="auto">
              <a:xfrm>
                <a:off x="1029339" y="2693983"/>
                <a:ext cx="6794662" cy="4462905"/>
              </a:xfrm>
              <a:prstGeom prst="roundRect">
                <a:avLst>
                  <a:gd name="adj" fmla="val 1292"/>
                </a:avLst>
              </a:prstGeom>
              <a:solidFill>
                <a:schemeClr val="accent5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  <a:effectLst>
                <a:outerShdw blurRad="50800" dist="38100" dir="5400000" algn="t" rotWithShape="0">
                  <a:prstClr val="black">
                    <a:alpha val="40000"/>
                  </a:prstClr>
                </a:outerShdw>
              </a:effectLst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13" name="Rectangle 2">
                <a:extLst>
                  <a:ext uri="{FF2B5EF4-FFF2-40B4-BE49-F238E27FC236}">
                    <a16:creationId xmlns:a16="http://schemas.microsoft.com/office/drawing/2014/main" id="{1CA962FF-DEAF-450E-BAC9-2CBF039F5EDD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027152" y="3024940"/>
                <a:ext cx="6794663" cy="315914"/>
              </a:xfrm>
              <a:prstGeom prst="rect">
                <a:avLst/>
              </a:prstGeom>
              <a:solidFill>
                <a:schemeClr val="accent6">
                  <a:lumMod val="50000"/>
                </a:schemeClr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14" name="AutoShape 3">
                <a:extLst>
                  <a:ext uri="{FF2B5EF4-FFF2-40B4-BE49-F238E27FC236}">
                    <a16:creationId xmlns:a16="http://schemas.microsoft.com/office/drawing/2014/main" id="{29B32C08-05E5-455D-AB4B-FA780C0B9C44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035351" y="2779230"/>
                <a:ext cx="2717865" cy="561624"/>
              </a:xfrm>
              <a:prstGeom prst="roundRect">
                <a:avLst>
                  <a:gd name="adj" fmla="val 11986"/>
                </a:avLst>
              </a:prstGeom>
              <a:solidFill>
                <a:schemeClr val="accent6">
                  <a:lumMod val="50000"/>
                </a:schemeClr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15" name="Oval 4">
                <a:extLst>
                  <a:ext uri="{FF2B5EF4-FFF2-40B4-BE49-F238E27FC236}">
                    <a16:creationId xmlns:a16="http://schemas.microsoft.com/office/drawing/2014/main" id="{DB5DCAC2-FF8B-4D8A-8761-EF6BE6B4CB79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137753" y="2814331"/>
                <a:ext cx="95903" cy="95276"/>
              </a:xfrm>
              <a:prstGeom prst="ellipse">
                <a:avLst/>
              </a:prstGeom>
              <a:solidFill>
                <a:schemeClr val="accent2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16" name="Oval 5">
                <a:extLst>
                  <a:ext uri="{FF2B5EF4-FFF2-40B4-BE49-F238E27FC236}">
                    <a16:creationId xmlns:a16="http://schemas.microsoft.com/office/drawing/2014/main" id="{A18062AF-728F-4F67-A9EE-6DA3DC1E6BBC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307620" y="2814331"/>
                <a:ext cx="95903" cy="95276"/>
              </a:xfrm>
              <a:prstGeom prst="ellipse">
                <a:avLst/>
              </a:prstGeom>
              <a:solidFill>
                <a:schemeClr val="accent3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17" name="Oval 6">
                <a:extLst>
                  <a:ext uri="{FF2B5EF4-FFF2-40B4-BE49-F238E27FC236}">
                    <a16:creationId xmlns:a16="http://schemas.microsoft.com/office/drawing/2014/main" id="{1F8B8CA3-31B9-4E3E-89F8-B823F31C1C99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477486" y="2814331"/>
                <a:ext cx="95903" cy="95276"/>
              </a:xfrm>
              <a:prstGeom prst="ellipse">
                <a:avLst/>
              </a:prstGeom>
              <a:solidFill>
                <a:schemeClr val="accent4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18" name="Rectangle 92">
                <a:extLst>
                  <a:ext uri="{FF2B5EF4-FFF2-40B4-BE49-F238E27FC236}">
                    <a16:creationId xmlns:a16="http://schemas.microsoft.com/office/drawing/2014/main" id="{C40CC64C-4BDE-4B83-ACBA-76BBEC31E3B1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205844" y="3085114"/>
                <a:ext cx="5104773" cy="200580"/>
              </a:xfrm>
              <a:prstGeom prst="rect">
                <a:avLst/>
              </a:prstGeom>
              <a:solidFill>
                <a:srgbClr val="FFFFFF"/>
              </a:solidFill>
              <a:ln w="25400" cap="flat">
                <a:solidFill>
                  <a:srgbClr val="B3B3B3"/>
                </a:solidFill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grpSp>
            <p:nvGrpSpPr>
              <p:cNvPr id="19" name="Group 93">
                <a:extLst>
                  <a:ext uri="{FF2B5EF4-FFF2-40B4-BE49-F238E27FC236}">
                    <a16:creationId xmlns:a16="http://schemas.microsoft.com/office/drawing/2014/main" id="{021FE07F-E9DB-428E-864C-12ABBB046C13}"/>
                  </a:ext>
                </a:extLst>
              </p:cNvPr>
              <p:cNvGrpSpPr/>
              <p:nvPr/>
            </p:nvGrpSpPr>
            <p:grpSpPr>
              <a:xfrm>
                <a:off x="7494380" y="2779230"/>
                <a:ext cx="155357" cy="155272"/>
                <a:chOff x="4763" y="0"/>
                <a:chExt cx="2900362" cy="2898775"/>
              </a:xfrm>
              <a:solidFill>
                <a:schemeClr val="bg1">
                  <a:lumMod val="50000"/>
                </a:schemeClr>
              </a:solidFill>
            </p:grpSpPr>
            <p:sp>
              <p:nvSpPr>
                <p:cNvPr id="22" name="Freeform 13">
                  <a:extLst>
                    <a:ext uri="{FF2B5EF4-FFF2-40B4-BE49-F238E27FC236}">
                      <a16:creationId xmlns:a16="http://schemas.microsoft.com/office/drawing/2014/main" id="{8251ED56-D5C4-4244-B7B8-9CC65D6F8A0C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4763" y="0"/>
                  <a:ext cx="727075" cy="722313"/>
                </a:xfrm>
                <a:custGeom>
                  <a:avLst/>
                  <a:gdLst>
                    <a:gd name="T0" fmla="*/ 168 w 193"/>
                    <a:gd name="T1" fmla="*/ 0 h 192"/>
                    <a:gd name="T2" fmla="*/ 24 w 193"/>
                    <a:gd name="T3" fmla="*/ 0 h 192"/>
                    <a:gd name="T4" fmla="*/ 0 w 193"/>
                    <a:gd name="T5" fmla="*/ 24 h 192"/>
                    <a:gd name="T6" fmla="*/ 0 w 193"/>
                    <a:gd name="T7" fmla="*/ 168 h 192"/>
                    <a:gd name="T8" fmla="*/ 24 w 193"/>
                    <a:gd name="T9" fmla="*/ 192 h 192"/>
                    <a:gd name="T10" fmla="*/ 168 w 193"/>
                    <a:gd name="T11" fmla="*/ 192 h 192"/>
                    <a:gd name="T12" fmla="*/ 193 w 193"/>
                    <a:gd name="T13" fmla="*/ 168 h 192"/>
                    <a:gd name="T14" fmla="*/ 193 w 193"/>
                    <a:gd name="T15" fmla="*/ 24 h 192"/>
                    <a:gd name="T16" fmla="*/ 168 w 193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3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2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2" y="192"/>
                        <a:pt x="193" y="182"/>
                        <a:pt x="193" y="168"/>
                      </a:cubicBezTo>
                      <a:cubicBezTo>
                        <a:pt x="193" y="24"/>
                        <a:pt x="193" y="24"/>
                        <a:pt x="193" y="24"/>
                      </a:cubicBezTo>
                      <a:cubicBezTo>
                        <a:pt x="193" y="11"/>
                        <a:pt x="182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23" name="Freeform 14">
                  <a:extLst>
                    <a:ext uri="{FF2B5EF4-FFF2-40B4-BE49-F238E27FC236}">
                      <a16:creationId xmlns:a16="http://schemas.microsoft.com/office/drawing/2014/main" id="{ECE11028-B7CA-451E-851D-176871A08FC6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4763" y="1087438"/>
                  <a:ext cx="727075" cy="722313"/>
                </a:xfrm>
                <a:custGeom>
                  <a:avLst/>
                  <a:gdLst>
                    <a:gd name="T0" fmla="*/ 168 w 193"/>
                    <a:gd name="T1" fmla="*/ 0 h 192"/>
                    <a:gd name="T2" fmla="*/ 24 w 193"/>
                    <a:gd name="T3" fmla="*/ 0 h 192"/>
                    <a:gd name="T4" fmla="*/ 0 w 193"/>
                    <a:gd name="T5" fmla="*/ 24 h 192"/>
                    <a:gd name="T6" fmla="*/ 0 w 193"/>
                    <a:gd name="T7" fmla="*/ 168 h 192"/>
                    <a:gd name="T8" fmla="*/ 24 w 193"/>
                    <a:gd name="T9" fmla="*/ 192 h 192"/>
                    <a:gd name="T10" fmla="*/ 168 w 193"/>
                    <a:gd name="T11" fmla="*/ 192 h 192"/>
                    <a:gd name="T12" fmla="*/ 193 w 193"/>
                    <a:gd name="T13" fmla="*/ 168 h 192"/>
                    <a:gd name="T14" fmla="*/ 193 w 193"/>
                    <a:gd name="T15" fmla="*/ 24 h 192"/>
                    <a:gd name="T16" fmla="*/ 168 w 193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3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1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2" y="192"/>
                        <a:pt x="193" y="181"/>
                        <a:pt x="193" y="168"/>
                      </a:cubicBezTo>
                      <a:cubicBezTo>
                        <a:pt x="193" y="24"/>
                        <a:pt x="193" y="24"/>
                        <a:pt x="193" y="24"/>
                      </a:cubicBezTo>
                      <a:cubicBezTo>
                        <a:pt x="193" y="11"/>
                        <a:pt x="182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24" name="Freeform 15">
                  <a:extLst>
                    <a:ext uri="{FF2B5EF4-FFF2-40B4-BE49-F238E27FC236}">
                      <a16:creationId xmlns:a16="http://schemas.microsoft.com/office/drawing/2014/main" id="{C663966C-C5F6-4AF2-AC81-EF7A040B7489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4763" y="2171700"/>
                  <a:ext cx="727075" cy="727075"/>
                </a:xfrm>
                <a:custGeom>
                  <a:avLst/>
                  <a:gdLst>
                    <a:gd name="T0" fmla="*/ 168 w 193"/>
                    <a:gd name="T1" fmla="*/ 0 h 193"/>
                    <a:gd name="T2" fmla="*/ 24 w 193"/>
                    <a:gd name="T3" fmla="*/ 0 h 193"/>
                    <a:gd name="T4" fmla="*/ 0 w 193"/>
                    <a:gd name="T5" fmla="*/ 25 h 193"/>
                    <a:gd name="T6" fmla="*/ 0 w 193"/>
                    <a:gd name="T7" fmla="*/ 169 h 193"/>
                    <a:gd name="T8" fmla="*/ 24 w 193"/>
                    <a:gd name="T9" fmla="*/ 193 h 193"/>
                    <a:gd name="T10" fmla="*/ 168 w 193"/>
                    <a:gd name="T11" fmla="*/ 193 h 193"/>
                    <a:gd name="T12" fmla="*/ 193 w 193"/>
                    <a:gd name="T13" fmla="*/ 169 h 193"/>
                    <a:gd name="T14" fmla="*/ 193 w 193"/>
                    <a:gd name="T15" fmla="*/ 25 h 193"/>
                    <a:gd name="T16" fmla="*/ 168 w 193"/>
                    <a:gd name="T17" fmla="*/ 0 h 19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3" h="193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5"/>
                      </a:cubicBezTo>
                      <a:cubicBezTo>
                        <a:pt x="0" y="169"/>
                        <a:pt x="0" y="169"/>
                        <a:pt x="0" y="169"/>
                      </a:cubicBezTo>
                      <a:cubicBezTo>
                        <a:pt x="0" y="182"/>
                        <a:pt x="11" y="193"/>
                        <a:pt x="24" y="193"/>
                      </a:cubicBezTo>
                      <a:cubicBezTo>
                        <a:pt x="168" y="193"/>
                        <a:pt x="168" y="193"/>
                        <a:pt x="168" y="193"/>
                      </a:cubicBezTo>
                      <a:cubicBezTo>
                        <a:pt x="182" y="193"/>
                        <a:pt x="193" y="182"/>
                        <a:pt x="193" y="169"/>
                      </a:cubicBezTo>
                      <a:cubicBezTo>
                        <a:pt x="193" y="25"/>
                        <a:pt x="193" y="25"/>
                        <a:pt x="193" y="25"/>
                      </a:cubicBezTo>
                      <a:cubicBezTo>
                        <a:pt x="193" y="11"/>
                        <a:pt x="182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25" name="Freeform 16">
                  <a:extLst>
                    <a:ext uri="{FF2B5EF4-FFF2-40B4-BE49-F238E27FC236}">
                      <a16:creationId xmlns:a16="http://schemas.microsoft.com/office/drawing/2014/main" id="{1231452A-2DB6-4628-B13E-989E31967835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093788" y="0"/>
                  <a:ext cx="722312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2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2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26" name="Freeform 17">
                  <a:extLst>
                    <a:ext uri="{FF2B5EF4-FFF2-40B4-BE49-F238E27FC236}">
                      <a16:creationId xmlns:a16="http://schemas.microsoft.com/office/drawing/2014/main" id="{02B5F533-7190-4486-800E-50B9DEE2ECC1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093788" y="1087438"/>
                  <a:ext cx="722312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1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1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27" name="Freeform 18">
                  <a:extLst>
                    <a:ext uri="{FF2B5EF4-FFF2-40B4-BE49-F238E27FC236}">
                      <a16:creationId xmlns:a16="http://schemas.microsoft.com/office/drawing/2014/main" id="{E1197ACF-D4F7-4F4F-B51B-31BAB0320329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093788" y="2171700"/>
                  <a:ext cx="722312" cy="727075"/>
                </a:xfrm>
                <a:custGeom>
                  <a:avLst/>
                  <a:gdLst>
                    <a:gd name="T0" fmla="*/ 168 w 192"/>
                    <a:gd name="T1" fmla="*/ 0 h 193"/>
                    <a:gd name="T2" fmla="*/ 24 w 192"/>
                    <a:gd name="T3" fmla="*/ 0 h 193"/>
                    <a:gd name="T4" fmla="*/ 0 w 192"/>
                    <a:gd name="T5" fmla="*/ 25 h 193"/>
                    <a:gd name="T6" fmla="*/ 0 w 192"/>
                    <a:gd name="T7" fmla="*/ 169 h 193"/>
                    <a:gd name="T8" fmla="*/ 24 w 192"/>
                    <a:gd name="T9" fmla="*/ 193 h 193"/>
                    <a:gd name="T10" fmla="*/ 168 w 192"/>
                    <a:gd name="T11" fmla="*/ 193 h 193"/>
                    <a:gd name="T12" fmla="*/ 192 w 192"/>
                    <a:gd name="T13" fmla="*/ 169 h 193"/>
                    <a:gd name="T14" fmla="*/ 192 w 192"/>
                    <a:gd name="T15" fmla="*/ 25 h 193"/>
                    <a:gd name="T16" fmla="*/ 168 w 192"/>
                    <a:gd name="T17" fmla="*/ 0 h 19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3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5"/>
                      </a:cubicBezTo>
                      <a:cubicBezTo>
                        <a:pt x="0" y="169"/>
                        <a:pt x="0" y="169"/>
                        <a:pt x="0" y="169"/>
                      </a:cubicBezTo>
                      <a:cubicBezTo>
                        <a:pt x="0" y="182"/>
                        <a:pt x="11" y="193"/>
                        <a:pt x="24" y="193"/>
                      </a:cubicBezTo>
                      <a:cubicBezTo>
                        <a:pt x="168" y="193"/>
                        <a:pt x="168" y="193"/>
                        <a:pt x="168" y="193"/>
                      </a:cubicBezTo>
                      <a:cubicBezTo>
                        <a:pt x="181" y="193"/>
                        <a:pt x="192" y="182"/>
                        <a:pt x="192" y="169"/>
                      </a:cubicBezTo>
                      <a:cubicBezTo>
                        <a:pt x="192" y="25"/>
                        <a:pt x="192" y="25"/>
                        <a:pt x="192" y="25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28" name="Freeform 19">
                  <a:extLst>
                    <a:ext uri="{FF2B5EF4-FFF2-40B4-BE49-F238E27FC236}">
                      <a16:creationId xmlns:a16="http://schemas.microsoft.com/office/drawing/2014/main" id="{305C916E-AA00-40D3-979E-8385C880D15E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181225" y="0"/>
                  <a:ext cx="723900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0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2"/>
                        <a:pt x="10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2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29" name="Freeform 20">
                  <a:extLst>
                    <a:ext uri="{FF2B5EF4-FFF2-40B4-BE49-F238E27FC236}">
                      <a16:creationId xmlns:a16="http://schemas.microsoft.com/office/drawing/2014/main" id="{606A4951-C43E-4D62-8601-77DAE03DB7A5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181225" y="1087438"/>
                  <a:ext cx="723900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0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1"/>
                        <a:pt x="10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1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30" name="Freeform 21">
                  <a:extLst>
                    <a:ext uri="{FF2B5EF4-FFF2-40B4-BE49-F238E27FC236}">
                      <a16:creationId xmlns:a16="http://schemas.microsoft.com/office/drawing/2014/main" id="{E4DF5AB0-92B8-4555-8BFE-FEB94F35CC73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181225" y="2171700"/>
                  <a:ext cx="723900" cy="727075"/>
                </a:xfrm>
                <a:custGeom>
                  <a:avLst/>
                  <a:gdLst>
                    <a:gd name="T0" fmla="*/ 168 w 192"/>
                    <a:gd name="T1" fmla="*/ 0 h 193"/>
                    <a:gd name="T2" fmla="*/ 24 w 192"/>
                    <a:gd name="T3" fmla="*/ 0 h 193"/>
                    <a:gd name="T4" fmla="*/ 0 w 192"/>
                    <a:gd name="T5" fmla="*/ 25 h 193"/>
                    <a:gd name="T6" fmla="*/ 0 w 192"/>
                    <a:gd name="T7" fmla="*/ 169 h 193"/>
                    <a:gd name="T8" fmla="*/ 24 w 192"/>
                    <a:gd name="T9" fmla="*/ 193 h 193"/>
                    <a:gd name="T10" fmla="*/ 168 w 192"/>
                    <a:gd name="T11" fmla="*/ 193 h 193"/>
                    <a:gd name="T12" fmla="*/ 192 w 192"/>
                    <a:gd name="T13" fmla="*/ 169 h 193"/>
                    <a:gd name="T14" fmla="*/ 192 w 192"/>
                    <a:gd name="T15" fmla="*/ 25 h 193"/>
                    <a:gd name="T16" fmla="*/ 168 w 192"/>
                    <a:gd name="T17" fmla="*/ 0 h 19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3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0" y="0"/>
                        <a:pt x="0" y="11"/>
                        <a:pt x="0" y="25"/>
                      </a:cubicBezTo>
                      <a:cubicBezTo>
                        <a:pt x="0" y="169"/>
                        <a:pt x="0" y="169"/>
                        <a:pt x="0" y="169"/>
                      </a:cubicBezTo>
                      <a:cubicBezTo>
                        <a:pt x="0" y="182"/>
                        <a:pt x="10" y="193"/>
                        <a:pt x="24" y="193"/>
                      </a:cubicBezTo>
                      <a:cubicBezTo>
                        <a:pt x="168" y="193"/>
                        <a:pt x="168" y="193"/>
                        <a:pt x="168" y="193"/>
                      </a:cubicBezTo>
                      <a:cubicBezTo>
                        <a:pt x="181" y="193"/>
                        <a:pt x="192" y="182"/>
                        <a:pt x="192" y="169"/>
                      </a:cubicBezTo>
                      <a:cubicBezTo>
                        <a:pt x="192" y="25"/>
                        <a:pt x="192" y="25"/>
                        <a:pt x="192" y="25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</p:grpSp>
          <p:sp>
            <p:nvSpPr>
              <p:cNvPr id="20" name="Freeform 25">
                <a:extLst>
                  <a:ext uri="{FF2B5EF4-FFF2-40B4-BE49-F238E27FC236}">
                    <a16:creationId xmlns:a16="http://schemas.microsoft.com/office/drawing/2014/main" id="{C904AC4F-21D6-40FC-874A-C69831B8A24B}"/>
                  </a:ext>
                </a:extLst>
              </p:cNvPr>
              <p:cNvSpPr>
                <a:spLocks/>
              </p:cNvSpPr>
              <p:nvPr/>
            </p:nvSpPr>
            <p:spPr bwMode="auto">
              <a:xfrm rot="5400000">
                <a:off x="7497092" y="3115886"/>
                <a:ext cx="146921" cy="128651"/>
              </a:xfrm>
              <a:custGeom>
                <a:avLst/>
                <a:gdLst>
                  <a:gd name="T0" fmla="*/ 504 w 896"/>
                  <a:gd name="T1" fmla="*/ 0 h 784"/>
                  <a:gd name="T2" fmla="*/ 116 w 896"/>
                  <a:gd name="T3" fmla="*/ 336 h 784"/>
                  <a:gd name="T4" fmla="*/ 0 w 896"/>
                  <a:gd name="T5" fmla="*/ 336 h 784"/>
                  <a:gd name="T6" fmla="*/ 168 w 896"/>
                  <a:gd name="T7" fmla="*/ 560 h 784"/>
                  <a:gd name="T8" fmla="*/ 336 w 896"/>
                  <a:gd name="T9" fmla="*/ 336 h 784"/>
                  <a:gd name="T10" fmla="*/ 230 w 896"/>
                  <a:gd name="T11" fmla="*/ 336 h 784"/>
                  <a:gd name="T12" fmla="*/ 504 w 896"/>
                  <a:gd name="T13" fmla="*/ 112 h 784"/>
                  <a:gd name="T14" fmla="*/ 784 w 896"/>
                  <a:gd name="T15" fmla="*/ 392 h 784"/>
                  <a:gd name="T16" fmla="*/ 504 w 896"/>
                  <a:gd name="T17" fmla="*/ 672 h 784"/>
                  <a:gd name="T18" fmla="*/ 504 w 896"/>
                  <a:gd name="T19" fmla="*/ 784 h 784"/>
                  <a:gd name="T20" fmla="*/ 896 w 896"/>
                  <a:gd name="T21" fmla="*/ 392 h 784"/>
                  <a:gd name="T22" fmla="*/ 504 w 896"/>
                  <a:gd name="T23" fmla="*/ 0 h 78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</a:cxnLst>
                <a:rect l="0" t="0" r="r" b="b"/>
                <a:pathLst>
                  <a:path w="896" h="784">
                    <a:moveTo>
                      <a:pt x="504" y="0"/>
                    </a:moveTo>
                    <a:cubicBezTo>
                      <a:pt x="307" y="0"/>
                      <a:pt x="144" y="146"/>
                      <a:pt x="116" y="336"/>
                    </a:cubicBezTo>
                    <a:cubicBezTo>
                      <a:pt x="0" y="336"/>
                      <a:pt x="0" y="336"/>
                      <a:pt x="0" y="336"/>
                    </a:cubicBezTo>
                    <a:cubicBezTo>
                      <a:pt x="168" y="560"/>
                      <a:pt x="168" y="560"/>
                      <a:pt x="168" y="560"/>
                    </a:cubicBezTo>
                    <a:cubicBezTo>
                      <a:pt x="336" y="336"/>
                      <a:pt x="336" y="336"/>
                      <a:pt x="336" y="336"/>
                    </a:cubicBezTo>
                    <a:cubicBezTo>
                      <a:pt x="230" y="336"/>
                      <a:pt x="230" y="336"/>
                      <a:pt x="230" y="336"/>
                    </a:cubicBezTo>
                    <a:cubicBezTo>
                      <a:pt x="256" y="208"/>
                      <a:pt x="369" y="112"/>
                      <a:pt x="504" y="112"/>
                    </a:cubicBezTo>
                    <a:cubicBezTo>
                      <a:pt x="658" y="112"/>
                      <a:pt x="784" y="238"/>
                      <a:pt x="784" y="392"/>
                    </a:cubicBezTo>
                    <a:cubicBezTo>
                      <a:pt x="784" y="546"/>
                      <a:pt x="658" y="672"/>
                      <a:pt x="504" y="672"/>
                    </a:cubicBezTo>
                    <a:cubicBezTo>
                      <a:pt x="504" y="784"/>
                      <a:pt x="504" y="784"/>
                      <a:pt x="504" y="784"/>
                    </a:cubicBezTo>
                    <a:cubicBezTo>
                      <a:pt x="721" y="784"/>
                      <a:pt x="896" y="609"/>
                      <a:pt x="896" y="392"/>
                    </a:cubicBezTo>
                    <a:cubicBezTo>
                      <a:pt x="896" y="175"/>
                      <a:pt x="721" y="0"/>
                      <a:pt x="504" y="0"/>
                    </a:cubicBezTo>
                    <a:close/>
                  </a:path>
                </a:pathLst>
              </a:custGeom>
              <a:solidFill>
                <a:schemeClr val="bg1">
                  <a:lumMod val="50000"/>
                </a:schemeClr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21" name="Oval 6">
                <a:extLst>
                  <a:ext uri="{FF2B5EF4-FFF2-40B4-BE49-F238E27FC236}">
                    <a16:creationId xmlns:a16="http://schemas.microsoft.com/office/drawing/2014/main" id="{008AEF74-0CB4-4F9D-941F-B3FDCFD4ACA6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655635" y="2814331"/>
                <a:ext cx="95903" cy="95276"/>
              </a:xfrm>
              <a:prstGeom prst="ellipse">
                <a:avLst/>
              </a:prstGeom>
              <a:solidFill>
                <a:schemeClr val="accent5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</p:grp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EFF43D9F-F201-460A-B5AB-10C4C6323FC9}"/>
                </a:ext>
              </a:extLst>
            </p:cNvPr>
            <p:cNvSpPr txBox="1"/>
            <p:nvPr/>
          </p:nvSpPr>
          <p:spPr>
            <a:xfrm>
              <a:off x="2391108" y="2996115"/>
              <a:ext cx="1593994" cy="39702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ru-RU" sz="900" dirty="0">
                  <a:solidFill>
                    <a:schemeClr val="tx1"/>
                  </a:solidFill>
                  <a:latin typeface="Poppins Light" charset="0"/>
                  <a:ea typeface="Poppins Light" charset="0"/>
                  <a:cs typeface="Poppins Light" charset="0"/>
                </a:rPr>
                <a:t>localhost:3130</a:t>
              </a:r>
            </a:p>
          </p:txBody>
        </p:sp>
        <p:sp>
          <p:nvSpPr>
            <p:cNvPr id="11" name="Freeform 29">
              <a:extLst>
                <a:ext uri="{FF2B5EF4-FFF2-40B4-BE49-F238E27FC236}">
                  <a16:creationId xmlns:a16="http://schemas.microsoft.com/office/drawing/2014/main" id="{773BAD95-B78D-42DD-A801-8B84C3BF5322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2269943" y="3130076"/>
              <a:ext cx="115372" cy="115448"/>
            </a:xfrm>
            <a:custGeom>
              <a:avLst/>
              <a:gdLst>
                <a:gd name="T0" fmla="*/ 0 w 636"/>
                <a:gd name="T1" fmla="*/ 318 h 636"/>
                <a:gd name="T2" fmla="*/ 636 w 636"/>
                <a:gd name="T3" fmla="*/ 318 h 636"/>
                <a:gd name="T4" fmla="*/ 594 w 636"/>
                <a:gd name="T5" fmla="*/ 308 h 636"/>
                <a:gd name="T6" fmla="*/ 448 w 636"/>
                <a:gd name="T7" fmla="*/ 179 h 636"/>
                <a:gd name="T8" fmla="*/ 594 w 636"/>
                <a:gd name="T9" fmla="*/ 308 h 636"/>
                <a:gd name="T10" fmla="*/ 223 w 636"/>
                <a:gd name="T11" fmla="*/ 486 h 636"/>
                <a:gd name="T12" fmla="*/ 308 w 636"/>
                <a:gd name="T13" fmla="*/ 594 h 636"/>
                <a:gd name="T14" fmla="*/ 329 w 636"/>
                <a:gd name="T15" fmla="*/ 42 h 636"/>
                <a:gd name="T16" fmla="*/ 328 w 636"/>
                <a:gd name="T17" fmla="*/ 184 h 636"/>
                <a:gd name="T18" fmla="*/ 329 w 636"/>
                <a:gd name="T19" fmla="*/ 42 h 636"/>
                <a:gd name="T20" fmla="*/ 510 w 636"/>
                <a:gd name="T21" fmla="*/ 119 h 636"/>
                <a:gd name="T22" fmla="*/ 363 w 636"/>
                <a:gd name="T23" fmla="*/ 45 h 636"/>
                <a:gd name="T24" fmla="*/ 308 w 636"/>
                <a:gd name="T25" fmla="*/ 184 h 636"/>
                <a:gd name="T26" fmla="*/ 307 w 636"/>
                <a:gd name="T27" fmla="*/ 42 h 636"/>
                <a:gd name="T28" fmla="*/ 196 w 636"/>
                <a:gd name="T29" fmla="*/ 160 h 636"/>
                <a:gd name="T30" fmla="*/ 273 w 636"/>
                <a:gd name="T31" fmla="*/ 45 h 636"/>
                <a:gd name="T32" fmla="*/ 207 w 636"/>
                <a:gd name="T33" fmla="*/ 186 h 636"/>
                <a:gd name="T34" fmla="*/ 308 w 636"/>
                <a:gd name="T35" fmla="*/ 308 h 636"/>
                <a:gd name="T36" fmla="*/ 207 w 636"/>
                <a:gd name="T37" fmla="*/ 186 h 636"/>
                <a:gd name="T38" fmla="*/ 308 w 636"/>
                <a:gd name="T39" fmla="*/ 452 h 636"/>
                <a:gd name="T40" fmla="*/ 185 w 636"/>
                <a:gd name="T41" fmla="*/ 328 h 636"/>
                <a:gd name="T42" fmla="*/ 273 w 636"/>
                <a:gd name="T43" fmla="*/ 591 h 636"/>
                <a:gd name="T44" fmla="*/ 204 w 636"/>
                <a:gd name="T45" fmla="*/ 493 h 636"/>
                <a:gd name="T46" fmla="*/ 328 w 636"/>
                <a:gd name="T47" fmla="*/ 594 h 636"/>
                <a:gd name="T48" fmla="*/ 413 w 636"/>
                <a:gd name="T49" fmla="*/ 486 h 636"/>
                <a:gd name="T50" fmla="*/ 328 w 636"/>
                <a:gd name="T51" fmla="*/ 594 h 636"/>
                <a:gd name="T52" fmla="*/ 498 w 636"/>
                <a:gd name="T53" fmla="*/ 528 h 636"/>
                <a:gd name="T54" fmla="*/ 432 w 636"/>
                <a:gd name="T55" fmla="*/ 493 h 636"/>
                <a:gd name="T56" fmla="*/ 328 w 636"/>
                <a:gd name="T57" fmla="*/ 452 h 636"/>
                <a:gd name="T58" fmla="*/ 451 w 636"/>
                <a:gd name="T59" fmla="*/ 328 h 636"/>
                <a:gd name="T60" fmla="*/ 328 w 636"/>
                <a:gd name="T61" fmla="*/ 308 h 636"/>
                <a:gd name="T62" fmla="*/ 429 w 636"/>
                <a:gd name="T63" fmla="*/ 186 h 636"/>
                <a:gd name="T64" fmla="*/ 328 w 636"/>
                <a:gd name="T65" fmla="*/ 308 h 636"/>
                <a:gd name="T66" fmla="*/ 188 w 636"/>
                <a:gd name="T67" fmla="*/ 179 h 636"/>
                <a:gd name="T68" fmla="*/ 42 w 636"/>
                <a:gd name="T69" fmla="*/ 308 h 636"/>
                <a:gd name="T70" fmla="*/ 42 w 636"/>
                <a:gd name="T71" fmla="*/ 328 h 636"/>
                <a:gd name="T72" fmla="*/ 195 w 636"/>
                <a:gd name="T73" fmla="*/ 475 h 636"/>
                <a:gd name="T74" fmla="*/ 42 w 636"/>
                <a:gd name="T75" fmla="*/ 328 h 636"/>
                <a:gd name="T76" fmla="*/ 441 w 636"/>
                <a:gd name="T77" fmla="*/ 475 h 636"/>
                <a:gd name="T78" fmla="*/ 594 w 636"/>
                <a:gd name="T79" fmla="*/ 328 h 6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</a:cxnLst>
              <a:rect l="0" t="0" r="r" b="b"/>
              <a:pathLst>
                <a:path w="636" h="636">
                  <a:moveTo>
                    <a:pt x="318" y="0"/>
                  </a:moveTo>
                  <a:cubicBezTo>
                    <a:pt x="142" y="0"/>
                    <a:pt x="0" y="142"/>
                    <a:pt x="0" y="318"/>
                  </a:cubicBezTo>
                  <a:cubicBezTo>
                    <a:pt x="0" y="494"/>
                    <a:pt x="142" y="636"/>
                    <a:pt x="318" y="636"/>
                  </a:cubicBezTo>
                  <a:cubicBezTo>
                    <a:pt x="494" y="636"/>
                    <a:pt x="636" y="494"/>
                    <a:pt x="636" y="318"/>
                  </a:cubicBezTo>
                  <a:cubicBezTo>
                    <a:pt x="636" y="142"/>
                    <a:pt x="494" y="0"/>
                    <a:pt x="318" y="0"/>
                  </a:cubicBezTo>
                  <a:close/>
                  <a:moveTo>
                    <a:pt x="594" y="308"/>
                  </a:moveTo>
                  <a:cubicBezTo>
                    <a:pt x="471" y="308"/>
                    <a:pt x="471" y="308"/>
                    <a:pt x="471" y="308"/>
                  </a:cubicBezTo>
                  <a:cubicBezTo>
                    <a:pt x="470" y="262"/>
                    <a:pt x="462" y="219"/>
                    <a:pt x="448" y="179"/>
                  </a:cubicBezTo>
                  <a:cubicBezTo>
                    <a:pt x="476" y="168"/>
                    <a:pt x="501" y="152"/>
                    <a:pt x="525" y="134"/>
                  </a:cubicBezTo>
                  <a:cubicBezTo>
                    <a:pt x="566" y="181"/>
                    <a:pt x="592" y="241"/>
                    <a:pt x="594" y="308"/>
                  </a:cubicBezTo>
                  <a:close/>
                  <a:moveTo>
                    <a:pt x="307" y="594"/>
                  </a:moveTo>
                  <a:cubicBezTo>
                    <a:pt x="273" y="566"/>
                    <a:pt x="244" y="529"/>
                    <a:pt x="223" y="486"/>
                  </a:cubicBezTo>
                  <a:cubicBezTo>
                    <a:pt x="250" y="478"/>
                    <a:pt x="278" y="473"/>
                    <a:pt x="308" y="472"/>
                  </a:cubicBezTo>
                  <a:cubicBezTo>
                    <a:pt x="308" y="594"/>
                    <a:pt x="308" y="594"/>
                    <a:pt x="308" y="594"/>
                  </a:cubicBezTo>
                  <a:cubicBezTo>
                    <a:pt x="307" y="594"/>
                    <a:pt x="307" y="594"/>
                    <a:pt x="307" y="594"/>
                  </a:cubicBezTo>
                  <a:close/>
                  <a:moveTo>
                    <a:pt x="329" y="42"/>
                  </a:moveTo>
                  <a:cubicBezTo>
                    <a:pt x="368" y="74"/>
                    <a:pt x="400" y="117"/>
                    <a:pt x="421" y="167"/>
                  </a:cubicBezTo>
                  <a:cubicBezTo>
                    <a:pt x="392" y="177"/>
                    <a:pt x="361" y="183"/>
                    <a:pt x="328" y="184"/>
                  </a:cubicBezTo>
                  <a:cubicBezTo>
                    <a:pt x="328" y="42"/>
                    <a:pt x="328" y="42"/>
                    <a:pt x="328" y="42"/>
                  </a:cubicBezTo>
                  <a:cubicBezTo>
                    <a:pt x="329" y="42"/>
                    <a:pt x="329" y="42"/>
                    <a:pt x="329" y="42"/>
                  </a:cubicBezTo>
                  <a:close/>
                  <a:moveTo>
                    <a:pt x="363" y="45"/>
                  </a:moveTo>
                  <a:cubicBezTo>
                    <a:pt x="420" y="55"/>
                    <a:pt x="471" y="81"/>
                    <a:pt x="510" y="119"/>
                  </a:cubicBezTo>
                  <a:cubicBezTo>
                    <a:pt x="489" y="136"/>
                    <a:pt x="466" y="150"/>
                    <a:pt x="440" y="160"/>
                  </a:cubicBezTo>
                  <a:cubicBezTo>
                    <a:pt x="421" y="116"/>
                    <a:pt x="395" y="77"/>
                    <a:pt x="363" y="45"/>
                  </a:cubicBezTo>
                  <a:close/>
                  <a:moveTo>
                    <a:pt x="308" y="42"/>
                  </a:moveTo>
                  <a:cubicBezTo>
                    <a:pt x="308" y="184"/>
                    <a:pt x="308" y="184"/>
                    <a:pt x="308" y="184"/>
                  </a:cubicBezTo>
                  <a:cubicBezTo>
                    <a:pt x="275" y="183"/>
                    <a:pt x="244" y="177"/>
                    <a:pt x="215" y="167"/>
                  </a:cubicBezTo>
                  <a:cubicBezTo>
                    <a:pt x="236" y="117"/>
                    <a:pt x="268" y="74"/>
                    <a:pt x="307" y="42"/>
                  </a:cubicBezTo>
                  <a:cubicBezTo>
                    <a:pt x="307" y="42"/>
                    <a:pt x="307" y="42"/>
                    <a:pt x="308" y="42"/>
                  </a:cubicBezTo>
                  <a:close/>
                  <a:moveTo>
                    <a:pt x="196" y="160"/>
                  </a:moveTo>
                  <a:cubicBezTo>
                    <a:pt x="171" y="150"/>
                    <a:pt x="147" y="136"/>
                    <a:pt x="126" y="119"/>
                  </a:cubicBezTo>
                  <a:cubicBezTo>
                    <a:pt x="165" y="81"/>
                    <a:pt x="216" y="55"/>
                    <a:pt x="273" y="45"/>
                  </a:cubicBezTo>
                  <a:cubicBezTo>
                    <a:pt x="241" y="77"/>
                    <a:pt x="215" y="116"/>
                    <a:pt x="196" y="160"/>
                  </a:cubicBezTo>
                  <a:close/>
                  <a:moveTo>
                    <a:pt x="207" y="186"/>
                  </a:moveTo>
                  <a:cubicBezTo>
                    <a:pt x="239" y="197"/>
                    <a:pt x="273" y="204"/>
                    <a:pt x="308" y="205"/>
                  </a:cubicBezTo>
                  <a:cubicBezTo>
                    <a:pt x="308" y="308"/>
                    <a:pt x="308" y="308"/>
                    <a:pt x="308" y="308"/>
                  </a:cubicBezTo>
                  <a:cubicBezTo>
                    <a:pt x="185" y="308"/>
                    <a:pt x="185" y="308"/>
                    <a:pt x="185" y="308"/>
                  </a:cubicBezTo>
                  <a:cubicBezTo>
                    <a:pt x="186" y="265"/>
                    <a:pt x="194" y="224"/>
                    <a:pt x="207" y="186"/>
                  </a:cubicBezTo>
                  <a:close/>
                  <a:moveTo>
                    <a:pt x="308" y="328"/>
                  </a:moveTo>
                  <a:cubicBezTo>
                    <a:pt x="308" y="452"/>
                    <a:pt x="308" y="452"/>
                    <a:pt x="308" y="452"/>
                  </a:cubicBezTo>
                  <a:cubicBezTo>
                    <a:pt x="275" y="453"/>
                    <a:pt x="244" y="458"/>
                    <a:pt x="215" y="468"/>
                  </a:cubicBezTo>
                  <a:cubicBezTo>
                    <a:pt x="197" y="425"/>
                    <a:pt x="186" y="378"/>
                    <a:pt x="185" y="328"/>
                  </a:cubicBezTo>
                  <a:lnTo>
                    <a:pt x="308" y="328"/>
                  </a:lnTo>
                  <a:close/>
                  <a:moveTo>
                    <a:pt x="273" y="591"/>
                  </a:moveTo>
                  <a:cubicBezTo>
                    <a:pt x="222" y="582"/>
                    <a:pt x="176" y="560"/>
                    <a:pt x="138" y="528"/>
                  </a:cubicBezTo>
                  <a:cubicBezTo>
                    <a:pt x="158" y="514"/>
                    <a:pt x="180" y="502"/>
                    <a:pt x="204" y="493"/>
                  </a:cubicBezTo>
                  <a:cubicBezTo>
                    <a:pt x="222" y="531"/>
                    <a:pt x="245" y="563"/>
                    <a:pt x="273" y="591"/>
                  </a:cubicBezTo>
                  <a:close/>
                  <a:moveTo>
                    <a:pt x="328" y="594"/>
                  </a:moveTo>
                  <a:cubicBezTo>
                    <a:pt x="328" y="472"/>
                    <a:pt x="328" y="472"/>
                    <a:pt x="328" y="472"/>
                  </a:cubicBezTo>
                  <a:cubicBezTo>
                    <a:pt x="358" y="473"/>
                    <a:pt x="386" y="478"/>
                    <a:pt x="413" y="486"/>
                  </a:cubicBezTo>
                  <a:cubicBezTo>
                    <a:pt x="392" y="529"/>
                    <a:pt x="363" y="566"/>
                    <a:pt x="329" y="594"/>
                  </a:cubicBezTo>
                  <a:cubicBezTo>
                    <a:pt x="329" y="594"/>
                    <a:pt x="329" y="594"/>
                    <a:pt x="328" y="594"/>
                  </a:cubicBezTo>
                  <a:close/>
                  <a:moveTo>
                    <a:pt x="432" y="493"/>
                  </a:moveTo>
                  <a:cubicBezTo>
                    <a:pt x="456" y="502"/>
                    <a:pt x="478" y="514"/>
                    <a:pt x="498" y="528"/>
                  </a:cubicBezTo>
                  <a:cubicBezTo>
                    <a:pt x="460" y="560"/>
                    <a:pt x="414" y="582"/>
                    <a:pt x="363" y="591"/>
                  </a:cubicBezTo>
                  <a:cubicBezTo>
                    <a:pt x="391" y="563"/>
                    <a:pt x="414" y="531"/>
                    <a:pt x="432" y="493"/>
                  </a:cubicBezTo>
                  <a:close/>
                  <a:moveTo>
                    <a:pt x="421" y="468"/>
                  </a:moveTo>
                  <a:cubicBezTo>
                    <a:pt x="392" y="458"/>
                    <a:pt x="361" y="453"/>
                    <a:pt x="328" y="452"/>
                  </a:cubicBezTo>
                  <a:cubicBezTo>
                    <a:pt x="328" y="328"/>
                    <a:pt x="328" y="328"/>
                    <a:pt x="328" y="328"/>
                  </a:cubicBezTo>
                  <a:cubicBezTo>
                    <a:pt x="451" y="328"/>
                    <a:pt x="451" y="328"/>
                    <a:pt x="451" y="328"/>
                  </a:cubicBezTo>
                  <a:cubicBezTo>
                    <a:pt x="450" y="378"/>
                    <a:pt x="439" y="425"/>
                    <a:pt x="421" y="468"/>
                  </a:cubicBezTo>
                  <a:close/>
                  <a:moveTo>
                    <a:pt x="328" y="308"/>
                  </a:moveTo>
                  <a:cubicBezTo>
                    <a:pt x="328" y="205"/>
                    <a:pt x="328" y="205"/>
                    <a:pt x="328" y="205"/>
                  </a:cubicBezTo>
                  <a:cubicBezTo>
                    <a:pt x="363" y="204"/>
                    <a:pt x="397" y="197"/>
                    <a:pt x="429" y="186"/>
                  </a:cubicBezTo>
                  <a:cubicBezTo>
                    <a:pt x="442" y="224"/>
                    <a:pt x="450" y="265"/>
                    <a:pt x="451" y="308"/>
                  </a:cubicBezTo>
                  <a:lnTo>
                    <a:pt x="328" y="308"/>
                  </a:lnTo>
                  <a:close/>
                  <a:moveTo>
                    <a:pt x="111" y="134"/>
                  </a:moveTo>
                  <a:cubicBezTo>
                    <a:pt x="135" y="152"/>
                    <a:pt x="160" y="168"/>
                    <a:pt x="188" y="179"/>
                  </a:cubicBezTo>
                  <a:cubicBezTo>
                    <a:pt x="174" y="219"/>
                    <a:pt x="166" y="262"/>
                    <a:pt x="165" y="308"/>
                  </a:cubicBezTo>
                  <a:cubicBezTo>
                    <a:pt x="42" y="308"/>
                    <a:pt x="42" y="308"/>
                    <a:pt x="42" y="308"/>
                  </a:cubicBezTo>
                  <a:cubicBezTo>
                    <a:pt x="44" y="241"/>
                    <a:pt x="70" y="181"/>
                    <a:pt x="111" y="134"/>
                  </a:cubicBezTo>
                  <a:close/>
                  <a:moveTo>
                    <a:pt x="42" y="328"/>
                  </a:moveTo>
                  <a:cubicBezTo>
                    <a:pt x="165" y="328"/>
                    <a:pt x="165" y="328"/>
                    <a:pt x="165" y="328"/>
                  </a:cubicBezTo>
                  <a:cubicBezTo>
                    <a:pt x="166" y="381"/>
                    <a:pt x="177" y="430"/>
                    <a:pt x="195" y="475"/>
                  </a:cubicBezTo>
                  <a:cubicBezTo>
                    <a:pt x="169" y="485"/>
                    <a:pt x="145" y="498"/>
                    <a:pt x="123" y="514"/>
                  </a:cubicBezTo>
                  <a:cubicBezTo>
                    <a:pt x="75" y="466"/>
                    <a:pt x="44" y="401"/>
                    <a:pt x="42" y="328"/>
                  </a:cubicBezTo>
                  <a:close/>
                  <a:moveTo>
                    <a:pt x="513" y="514"/>
                  </a:moveTo>
                  <a:cubicBezTo>
                    <a:pt x="491" y="498"/>
                    <a:pt x="467" y="485"/>
                    <a:pt x="441" y="475"/>
                  </a:cubicBezTo>
                  <a:cubicBezTo>
                    <a:pt x="459" y="430"/>
                    <a:pt x="470" y="381"/>
                    <a:pt x="471" y="328"/>
                  </a:cubicBezTo>
                  <a:cubicBezTo>
                    <a:pt x="594" y="328"/>
                    <a:pt x="594" y="328"/>
                    <a:pt x="594" y="328"/>
                  </a:cubicBezTo>
                  <a:cubicBezTo>
                    <a:pt x="592" y="401"/>
                    <a:pt x="561" y="466"/>
                    <a:pt x="513" y="514"/>
                  </a:cubicBezTo>
                  <a:close/>
                </a:path>
              </a:pathLst>
            </a:custGeom>
            <a:solidFill>
              <a:schemeClr val="bg1">
                <a:lumMod val="5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d-ID" dirty="0">
                <a:latin typeface="Lato Light"/>
              </a:endParaRPr>
            </a:p>
          </p:txBody>
        </p:sp>
      </p:grpSp>
      <p:grpSp>
        <p:nvGrpSpPr>
          <p:cNvPr id="31" name="Group 82">
            <a:extLst>
              <a:ext uri="{FF2B5EF4-FFF2-40B4-BE49-F238E27FC236}">
                <a16:creationId xmlns:a16="http://schemas.microsoft.com/office/drawing/2014/main" id="{476BE634-6695-4A59-B9FD-6815B89BADCA}"/>
              </a:ext>
            </a:extLst>
          </p:cNvPr>
          <p:cNvGrpSpPr>
            <a:grpSpLocks noChangeAspect="1"/>
          </p:cNvGrpSpPr>
          <p:nvPr/>
        </p:nvGrpSpPr>
        <p:grpSpPr>
          <a:xfrm>
            <a:off x="6794022" y="1149443"/>
            <a:ext cx="4267960" cy="2822929"/>
            <a:chOff x="1027152" y="2693983"/>
            <a:chExt cx="6796849" cy="4462905"/>
          </a:xfrm>
        </p:grpSpPr>
        <p:grpSp>
          <p:nvGrpSpPr>
            <p:cNvPr id="32" name="Group 83">
              <a:extLst>
                <a:ext uri="{FF2B5EF4-FFF2-40B4-BE49-F238E27FC236}">
                  <a16:creationId xmlns:a16="http://schemas.microsoft.com/office/drawing/2014/main" id="{F753F412-8864-4B46-BFBD-0C8E827679D2}"/>
                </a:ext>
              </a:extLst>
            </p:cNvPr>
            <p:cNvGrpSpPr/>
            <p:nvPr/>
          </p:nvGrpSpPr>
          <p:grpSpPr>
            <a:xfrm>
              <a:off x="1027152" y="2693983"/>
              <a:ext cx="6796849" cy="4462905"/>
              <a:chOff x="1027152" y="2693983"/>
              <a:chExt cx="6796849" cy="4462905"/>
            </a:xfrm>
          </p:grpSpPr>
          <p:sp>
            <p:nvSpPr>
              <p:cNvPr id="35" name="AutoShape 1">
                <a:extLst>
                  <a:ext uri="{FF2B5EF4-FFF2-40B4-BE49-F238E27FC236}">
                    <a16:creationId xmlns:a16="http://schemas.microsoft.com/office/drawing/2014/main" id="{48F16F12-B004-4ABE-AAA8-42D597EFDA9A}"/>
                  </a:ext>
                </a:extLst>
              </p:cNvPr>
              <p:cNvSpPr>
                <a:spLocks noChangeAspect="1"/>
              </p:cNvSpPr>
              <p:nvPr/>
            </p:nvSpPr>
            <p:spPr bwMode="auto">
              <a:xfrm>
                <a:off x="1029339" y="2693983"/>
                <a:ext cx="6794662" cy="4462905"/>
              </a:xfrm>
              <a:prstGeom prst="roundRect">
                <a:avLst>
                  <a:gd name="adj" fmla="val 1292"/>
                </a:avLst>
              </a:prstGeom>
              <a:solidFill>
                <a:schemeClr val="accent5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  <a:effectLst>
                <a:outerShdw blurRad="50800" dist="38100" dir="5400000" algn="t" rotWithShape="0">
                  <a:prstClr val="black">
                    <a:alpha val="40000"/>
                  </a:prstClr>
                </a:outerShdw>
              </a:effectLst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36" name="Rectangle 2">
                <a:extLst>
                  <a:ext uri="{FF2B5EF4-FFF2-40B4-BE49-F238E27FC236}">
                    <a16:creationId xmlns:a16="http://schemas.microsoft.com/office/drawing/2014/main" id="{92CE4B65-6103-4C38-92A7-2A427C04B8BE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027152" y="3024940"/>
                <a:ext cx="6794663" cy="315914"/>
              </a:xfrm>
              <a:prstGeom prst="rect">
                <a:avLst/>
              </a:prstGeom>
              <a:solidFill>
                <a:schemeClr val="accent6">
                  <a:lumMod val="50000"/>
                </a:schemeClr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37" name="AutoShape 3">
                <a:extLst>
                  <a:ext uri="{FF2B5EF4-FFF2-40B4-BE49-F238E27FC236}">
                    <a16:creationId xmlns:a16="http://schemas.microsoft.com/office/drawing/2014/main" id="{297699FF-7AA4-40F4-81BC-DF7B89B3F7DF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035351" y="2779230"/>
                <a:ext cx="2717865" cy="561624"/>
              </a:xfrm>
              <a:prstGeom prst="roundRect">
                <a:avLst>
                  <a:gd name="adj" fmla="val 11986"/>
                </a:avLst>
              </a:prstGeom>
              <a:solidFill>
                <a:schemeClr val="accent6">
                  <a:lumMod val="50000"/>
                </a:schemeClr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38" name="Oval 4">
                <a:extLst>
                  <a:ext uri="{FF2B5EF4-FFF2-40B4-BE49-F238E27FC236}">
                    <a16:creationId xmlns:a16="http://schemas.microsoft.com/office/drawing/2014/main" id="{D68B6E0E-D3C7-4493-A31B-8207DAE9C22D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137753" y="2814331"/>
                <a:ext cx="95903" cy="95276"/>
              </a:xfrm>
              <a:prstGeom prst="ellipse">
                <a:avLst/>
              </a:prstGeom>
              <a:solidFill>
                <a:schemeClr val="accent2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39" name="Oval 5">
                <a:extLst>
                  <a:ext uri="{FF2B5EF4-FFF2-40B4-BE49-F238E27FC236}">
                    <a16:creationId xmlns:a16="http://schemas.microsoft.com/office/drawing/2014/main" id="{AA3A8A3A-E81C-4F16-9EA2-9F11A9775EE0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307620" y="2814331"/>
                <a:ext cx="95903" cy="95276"/>
              </a:xfrm>
              <a:prstGeom prst="ellipse">
                <a:avLst/>
              </a:prstGeom>
              <a:solidFill>
                <a:schemeClr val="accent3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40" name="Oval 6">
                <a:extLst>
                  <a:ext uri="{FF2B5EF4-FFF2-40B4-BE49-F238E27FC236}">
                    <a16:creationId xmlns:a16="http://schemas.microsoft.com/office/drawing/2014/main" id="{539165D2-E0B0-4B91-BDF2-5FF535A7206B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477486" y="2814331"/>
                <a:ext cx="95903" cy="95276"/>
              </a:xfrm>
              <a:prstGeom prst="ellipse">
                <a:avLst/>
              </a:prstGeom>
              <a:solidFill>
                <a:schemeClr val="accent4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41" name="Rectangle 92">
                <a:extLst>
                  <a:ext uri="{FF2B5EF4-FFF2-40B4-BE49-F238E27FC236}">
                    <a16:creationId xmlns:a16="http://schemas.microsoft.com/office/drawing/2014/main" id="{B58995FD-774E-443F-8F74-D69C353CA9C0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205844" y="3085114"/>
                <a:ext cx="5104773" cy="200580"/>
              </a:xfrm>
              <a:prstGeom prst="rect">
                <a:avLst/>
              </a:prstGeom>
              <a:solidFill>
                <a:srgbClr val="FFFFFF"/>
              </a:solidFill>
              <a:ln w="25400" cap="flat">
                <a:solidFill>
                  <a:srgbClr val="B3B3B3"/>
                </a:solidFill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grpSp>
            <p:nvGrpSpPr>
              <p:cNvPr id="42" name="Group 93">
                <a:extLst>
                  <a:ext uri="{FF2B5EF4-FFF2-40B4-BE49-F238E27FC236}">
                    <a16:creationId xmlns:a16="http://schemas.microsoft.com/office/drawing/2014/main" id="{022AA45E-1A3D-4A3B-B08F-4D64E6102BF2}"/>
                  </a:ext>
                </a:extLst>
              </p:cNvPr>
              <p:cNvGrpSpPr/>
              <p:nvPr/>
            </p:nvGrpSpPr>
            <p:grpSpPr>
              <a:xfrm>
                <a:off x="7494380" y="2779230"/>
                <a:ext cx="155357" cy="155272"/>
                <a:chOff x="4763" y="0"/>
                <a:chExt cx="2900362" cy="2898775"/>
              </a:xfrm>
              <a:solidFill>
                <a:schemeClr val="bg1">
                  <a:lumMod val="50000"/>
                </a:schemeClr>
              </a:solidFill>
            </p:grpSpPr>
            <p:sp>
              <p:nvSpPr>
                <p:cNvPr id="45" name="Freeform 13">
                  <a:extLst>
                    <a:ext uri="{FF2B5EF4-FFF2-40B4-BE49-F238E27FC236}">
                      <a16:creationId xmlns:a16="http://schemas.microsoft.com/office/drawing/2014/main" id="{2EE8F120-DDD5-495E-8097-10825D0A1E6D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4763" y="0"/>
                  <a:ext cx="727075" cy="722313"/>
                </a:xfrm>
                <a:custGeom>
                  <a:avLst/>
                  <a:gdLst>
                    <a:gd name="T0" fmla="*/ 168 w 193"/>
                    <a:gd name="T1" fmla="*/ 0 h 192"/>
                    <a:gd name="T2" fmla="*/ 24 w 193"/>
                    <a:gd name="T3" fmla="*/ 0 h 192"/>
                    <a:gd name="T4" fmla="*/ 0 w 193"/>
                    <a:gd name="T5" fmla="*/ 24 h 192"/>
                    <a:gd name="T6" fmla="*/ 0 w 193"/>
                    <a:gd name="T7" fmla="*/ 168 h 192"/>
                    <a:gd name="T8" fmla="*/ 24 w 193"/>
                    <a:gd name="T9" fmla="*/ 192 h 192"/>
                    <a:gd name="T10" fmla="*/ 168 w 193"/>
                    <a:gd name="T11" fmla="*/ 192 h 192"/>
                    <a:gd name="T12" fmla="*/ 193 w 193"/>
                    <a:gd name="T13" fmla="*/ 168 h 192"/>
                    <a:gd name="T14" fmla="*/ 193 w 193"/>
                    <a:gd name="T15" fmla="*/ 24 h 192"/>
                    <a:gd name="T16" fmla="*/ 168 w 193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3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2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2" y="192"/>
                        <a:pt x="193" y="182"/>
                        <a:pt x="193" y="168"/>
                      </a:cubicBezTo>
                      <a:cubicBezTo>
                        <a:pt x="193" y="24"/>
                        <a:pt x="193" y="24"/>
                        <a:pt x="193" y="24"/>
                      </a:cubicBezTo>
                      <a:cubicBezTo>
                        <a:pt x="193" y="11"/>
                        <a:pt x="182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46" name="Freeform 14">
                  <a:extLst>
                    <a:ext uri="{FF2B5EF4-FFF2-40B4-BE49-F238E27FC236}">
                      <a16:creationId xmlns:a16="http://schemas.microsoft.com/office/drawing/2014/main" id="{899F88D3-5C91-4BBA-BE63-9371B4B356C8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4763" y="1087438"/>
                  <a:ext cx="727075" cy="722313"/>
                </a:xfrm>
                <a:custGeom>
                  <a:avLst/>
                  <a:gdLst>
                    <a:gd name="T0" fmla="*/ 168 w 193"/>
                    <a:gd name="T1" fmla="*/ 0 h 192"/>
                    <a:gd name="T2" fmla="*/ 24 w 193"/>
                    <a:gd name="T3" fmla="*/ 0 h 192"/>
                    <a:gd name="T4" fmla="*/ 0 w 193"/>
                    <a:gd name="T5" fmla="*/ 24 h 192"/>
                    <a:gd name="T6" fmla="*/ 0 w 193"/>
                    <a:gd name="T7" fmla="*/ 168 h 192"/>
                    <a:gd name="T8" fmla="*/ 24 w 193"/>
                    <a:gd name="T9" fmla="*/ 192 h 192"/>
                    <a:gd name="T10" fmla="*/ 168 w 193"/>
                    <a:gd name="T11" fmla="*/ 192 h 192"/>
                    <a:gd name="T12" fmla="*/ 193 w 193"/>
                    <a:gd name="T13" fmla="*/ 168 h 192"/>
                    <a:gd name="T14" fmla="*/ 193 w 193"/>
                    <a:gd name="T15" fmla="*/ 24 h 192"/>
                    <a:gd name="T16" fmla="*/ 168 w 193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3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1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2" y="192"/>
                        <a:pt x="193" y="181"/>
                        <a:pt x="193" y="168"/>
                      </a:cubicBezTo>
                      <a:cubicBezTo>
                        <a:pt x="193" y="24"/>
                        <a:pt x="193" y="24"/>
                        <a:pt x="193" y="24"/>
                      </a:cubicBezTo>
                      <a:cubicBezTo>
                        <a:pt x="193" y="11"/>
                        <a:pt x="182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47" name="Freeform 15">
                  <a:extLst>
                    <a:ext uri="{FF2B5EF4-FFF2-40B4-BE49-F238E27FC236}">
                      <a16:creationId xmlns:a16="http://schemas.microsoft.com/office/drawing/2014/main" id="{C1C5DCC2-9B40-4DA3-AB2F-ED9C5D891CE6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4763" y="2171700"/>
                  <a:ext cx="727075" cy="727075"/>
                </a:xfrm>
                <a:custGeom>
                  <a:avLst/>
                  <a:gdLst>
                    <a:gd name="T0" fmla="*/ 168 w 193"/>
                    <a:gd name="T1" fmla="*/ 0 h 193"/>
                    <a:gd name="T2" fmla="*/ 24 w 193"/>
                    <a:gd name="T3" fmla="*/ 0 h 193"/>
                    <a:gd name="T4" fmla="*/ 0 w 193"/>
                    <a:gd name="T5" fmla="*/ 25 h 193"/>
                    <a:gd name="T6" fmla="*/ 0 w 193"/>
                    <a:gd name="T7" fmla="*/ 169 h 193"/>
                    <a:gd name="T8" fmla="*/ 24 w 193"/>
                    <a:gd name="T9" fmla="*/ 193 h 193"/>
                    <a:gd name="T10" fmla="*/ 168 w 193"/>
                    <a:gd name="T11" fmla="*/ 193 h 193"/>
                    <a:gd name="T12" fmla="*/ 193 w 193"/>
                    <a:gd name="T13" fmla="*/ 169 h 193"/>
                    <a:gd name="T14" fmla="*/ 193 w 193"/>
                    <a:gd name="T15" fmla="*/ 25 h 193"/>
                    <a:gd name="T16" fmla="*/ 168 w 193"/>
                    <a:gd name="T17" fmla="*/ 0 h 19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3" h="193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5"/>
                      </a:cubicBezTo>
                      <a:cubicBezTo>
                        <a:pt x="0" y="169"/>
                        <a:pt x="0" y="169"/>
                        <a:pt x="0" y="169"/>
                      </a:cubicBezTo>
                      <a:cubicBezTo>
                        <a:pt x="0" y="182"/>
                        <a:pt x="11" y="193"/>
                        <a:pt x="24" y="193"/>
                      </a:cubicBezTo>
                      <a:cubicBezTo>
                        <a:pt x="168" y="193"/>
                        <a:pt x="168" y="193"/>
                        <a:pt x="168" y="193"/>
                      </a:cubicBezTo>
                      <a:cubicBezTo>
                        <a:pt x="182" y="193"/>
                        <a:pt x="193" y="182"/>
                        <a:pt x="193" y="169"/>
                      </a:cubicBezTo>
                      <a:cubicBezTo>
                        <a:pt x="193" y="25"/>
                        <a:pt x="193" y="25"/>
                        <a:pt x="193" y="25"/>
                      </a:cubicBezTo>
                      <a:cubicBezTo>
                        <a:pt x="193" y="11"/>
                        <a:pt x="182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48" name="Freeform 16">
                  <a:extLst>
                    <a:ext uri="{FF2B5EF4-FFF2-40B4-BE49-F238E27FC236}">
                      <a16:creationId xmlns:a16="http://schemas.microsoft.com/office/drawing/2014/main" id="{0721D991-881C-4DBE-AF30-E47AE304B7B5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093788" y="0"/>
                  <a:ext cx="722312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2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2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49" name="Freeform 17">
                  <a:extLst>
                    <a:ext uri="{FF2B5EF4-FFF2-40B4-BE49-F238E27FC236}">
                      <a16:creationId xmlns:a16="http://schemas.microsoft.com/office/drawing/2014/main" id="{97111254-2A6F-40F4-8741-1C703E43B986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093788" y="1087438"/>
                  <a:ext cx="722312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1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1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50" name="Freeform 18">
                  <a:extLst>
                    <a:ext uri="{FF2B5EF4-FFF2-40B4-BE49-F238E27FC236}">
                      <a16:creationId xmlns:a16="http://schemas.microsoft.com/office/drawing/2014/main" id="{3448ADF5-3363-4495-90EA-D3397EA0A37A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093788" y="2171700"/>
                  <a:ext cx="722312" cy="727075"/>
                </a:xfrm>
                <a:custGeom>
                  <a:avLst/>
                  <a:gdLst>
                    <a:gd name="T0" fmla="*/ 168 w 192"/>
                    <a:gd name="T1" fmla="*/ 0 h 193"/>
                    <a:gd name="T2" fmla="*/ 24 w 192"/>
                    <a:gd name="T3" fmla="*/ 0 h 193"/>
                    <a:gd name="T4" fmla="*/ 0 w 192"/>
                    <a:gd name="T5" fmla="*/ 25 h 193"/>
                    <a:gd name="T6" fmla="*/ 0 w 192"/>
                    <a:gd name="T7" fmla="*/ 169 h 193"/>
                    <a:gd name="T8" fmla="*/ 24 w 192"/>
                    <a:gd name="T9" fmla="*/ 193 h 193"/>
                    <a:gd name="T10" fmla="*/ 168 w 192"/>
                    <a:gd name="T11" fmla="*/ 193 h 193"/>
                    <a:gd name="T12" fmla="*/ 192 w 192"/>
                    <a:gd name="T13" fmla="*/ 169 h 193"/>
                    <a:gd name="T14" fmla="*/ 192 w 192"/>
                    <a:gd name="T15" fmla="*/ 25 h 193"/>
                    <a:gd name="T16" fmla="*/ 168 w 192"/>
                    <a:gd name="T17" fmla="*/ 0 h 19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3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5"/>
                      </a:cubicBezTo>
                      <a:cubicBezTo>
                        <a:pt x="0" y="169"/>
                        <a:pt x="0" y="169"/>
                        <a:pt x="0" y="169"/>
                      </a:cubicBezTo>
                      <a:cubicBezTo>
                        <a:pt x="0" y="182"/>
                        <a:pt x="11" y="193"/>
                        <a:pt x="24" y="193"/>
                      </a:cubicBezTo>
                      <a:cubicBezTo>
                        <a:pt x="168" y="193"/>
                        <a:pt x="168" y="193"/>
                        <a:pt x="168" y="193"/>
                      </a:cubicBezTo>
                      <a:cubicBezTo>
                        <a:pt x="181" y="193"/>
                        <a:pt x="192" y="182"/>
                        <a:pt x="192" y="169"/>
                      </a:cubicBezTo>
                      <a:cubicBezTo>
                        <a:pt x="192" y="25"/>
                        <a:pt x="192" y="25"/>
                        <a:pt x="192" y="25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51" name="Freeform 19">
                  <a:extLst>
                    <a:ext uri="{FF2B5EF4-FFF2-40B4-BE49-F238E27FC236}">
                      <a16:creationId xmlns:a16="http://schemas.microsoft.com/office/drawing/2014/main" id="{A11FFFD8-A688-46DB-9518-83D23CB9AE91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181225" y="0"/>
                  <a:ext cx="723900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0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2"/>
                        <a:pt x="10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2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52" name="Freeform 20">
                  <a:extLst>
                    <a:ext uri="{FF2B5EF4-FFF2-40B4-BE49-F238E27FC236}">
                      <a16:creationId xmlns:a16="http://schemas.microsoft.com/office/drawing/2014/main" id="{3B48C2AB-505E-4332-A44A-9D533A650440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181225" y="1087438"/>
                  <a:ext cx="723900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0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1"/>
                        <a:pt x="10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1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53" name="Freeform 21">
                  <a:extLst>
                    <a:ext uri="{FF2B5EF4-FFF2-40B4-BE49-F238E27FC236}">
                      <a16:creationId xmlns:a16="http://schemas.microsoft.com/office/drawing/2014/main" id="{EBFBAB80-64C2-4E27-A1CC-A218E6C3562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181225" y="2171700"/>
                  <a:ext cx="723900" cy="727075"/>
                </a:xfrm>
                <a:custGeom>
                  <a:avLst/>
                  <a:gdLst>
                    <a:gd name="T0" fmla="*/ 168 w 192"/>
                    <a:gd name="T1" fmla="*/ 0 h 193"/>
                    <a:gd name="T2" fmla="*/ 24 w 192"/>
                    <a:gd name="T3" fmla="*/ 0 h 193"/>
                    <a:gd name="T4" fmla="*/ 0 w 192"/>
                    <a:gd name="T5" fmla="*/ 25 h 193"/>
                    <a:gd name="T6" fmla="*/ 0 w 192"/>
                    <a:gd name="T7" fmla="*/ 169 h 193"/>
                    <a:gd name="T8" fmla="*/ 24 w 192"/>
                    <a:gd name="T9" fmla="*/ 193 h 193"/>
                    <a:gd name="T10" fmla="*/ 168 w 192"/>
                    <a:gd name="T11" fmla="*/ 193 h 193"/>
                    <a:gd name="T12" fmla="*/ 192 w 192"/>
                    <a:gd name="T13" fmla="*/ 169 h 193"/>
                    <a:gd name="T14" fmla="*/ 192 w 192"/>
                    <a:gd name="T15" fmla="*/ 25 h 193"/>
                    <a:gd name="T16" fmla="*/ 168 w 192"/>
                    <a:gd name="T17" fmla="*/ 0 h 19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3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0" y="0"/>
                        <a:pt x="0" y="11"/>
                        <a:pt x="0" y="25"/>
                      </a:cubicBezTo>
                      <a:cubicBezTo>
                        <a:pt x="0" y="169"/>
                        <a:pt x="0" y="169"/>
                        <a:pt x="0" y="169"/>
                      </a:cubicBezTo>
                      <a:cubicBezTo>
                        <a:pt x="0" y="182"/>
                        <a:pt x="10" y="193"/>
                        <a:pt x="24" y="193"/>
                      </a:cubicBezTo>
                      <a:cubicBezTo>
                        <a:pt x="168" y="193"/>
                        <a:pt x="168" y="193"/>
                        <a:pt x="168" y="193"/>
                      </a:cubicBezTo>
                      <a:cubicBezTo>
                        <a:pt x="181" y="193"/>
                        <a:pt x="192" y="182"/>
                        <a:pt x="192" y="169"/>
                      </a:cubicBezTo>
                      <a:cubicBezTo>
                        <a:pt x="192" y="25"/>
                        <a:pt x="192" y="25"/>
                        <a:pt x="192" y="25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</p:grpSp>
          <p:sp>
            <p:nvSpPr>
              <p:cNvPr id="43" name="Freeform 25">
                <a:extLst>
                  <a:ext uri="{FF2B5EF4-FFF2-40B4-BE49-F238E27FC236}">
                    <a16:creationId xmlns:a16="http://schemas.microsoft.com/office/drawing/2014/main" id="{27106E3B-5EE5-442B-87E5-0B8163B99979}"/>
                  </a:ext>
                </a:extLst>
              </p:cNvPr>
              <p:cNvSpPr>
                <a:spLocks/>
              </p:cNvSpPr>
              <p:nvPr/>
            </p:nvSpPr>
            <p:spPr bwMode="auto">
              <a:xfrm rot="5400000">
                <a:off x="7497092" y="3115886"/>
                <a:ext cx="146921" cy="128651"/>
              </a:xfrm>
              <a:custGeom>
                <a:avLst/>
                <a:gdLst>
                  <a:gd name="T0" fmla="*/ 504 w 896"/>
                  <a:gd name="T1" fmla="*/ 0 h 784"/>
                  <a:gd name="T2" fmla="*/ 116 w 896"/>
                  <a:gd name="T3" fmla="*/ 336 h 784"/>
                  <a:gd name="T4" fmla="*/ 0 w 896"/>
                  <a:gd name="T5" fmla="*/ 336 h 784"/>
                  <a:gd name="T6" fmla="*/ 168 w 896"/>
                  <a:gd name="T7" fmla="*/ 560 h 784"/>
                  <a:gd name="T8" fmla="*/ 336 w 896"/>
                  <a:gd name="T9" fmla="*/ 336 h 784"/>
                  <a:gd name="T10" fmla="*/ 230 w 896"/>
                  <a:gd name="T11" fmla="*/ 336 h 784"/>
                  <a:gd name="T12" fmla="*/ 504 w 896"/>
                  <a:gd name="T13" fmla="*/ 112 h 784"/>
                  <a:gd name="T14" fmla="*/ 784 w 896"/>
                  <a:gd name="T15" fmla="*/ 392 h 784"/>
                  <a:gd name="T16" fmla="*/ 504 w 896"/>
                  <a:gd name="T17" fmla="*/ 672 h 784"/>
                  <a:gd name="T18" fmla="*/ 504 w 896"/>
                  <a:gd name="T19" fmla="*/ 784 h 784"/>
                  <a:gd name="T20" fmla="*/ 896 w 896"/>
                  <a:gd name="T21" fmla="*/ 392 h 784"/>
                  <a:gd name="T22" fmla="*/ 504 w 896"/>
                  <a:gd name="T23" fmla="*/ 0 h 78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</a:cxnLst>
                <a:rect l="0" t="0" r="r" b="b"/>
                <a:pathLst>
                  <a:path w="896" h="784">
                    <a:moveTo>
                      <a:pt x="504" y="0"/>
                    </a:moveTo>
                    <a:cubicBezTo>
                      <a:pt x="307" y="0"/>
                      <a:pt x="144" y="146"/>
                      <a:pt x="116" y="336"/>
                    </a:cubicBezTo>
                    <a:cubicBezTo>
                      <a:pt x="0" y="336"/>
                      <a:pt x="0" y="336"/>
                      <a:pt x="0" y="336"/>
                    </a:cubicBezTo>
                    <a:cubicBezTo>
                      <a:pt x="168" y="560"/>
                      <a:pt x="168" y="560"/>
                      <a:pt x="168" y="560"/>
                    </a:cubicBezTo>
                    <a:cubicBezTo>
                      <a:pt x="336" y="336"/>
                      <a:pt x="336" y="336"/>
                      <a:pt x="336" y="336"/>
                    </a:cubicBezTo>
                    <a:cubicBezTo>
                      <a:pt x="230" y="336"/>
                      <a:pt x="230" y="336"/>
                      <a:pt x="230" y="336"/>
                    </a:cubicBezTo>
                    <a:cubicBezTo>
                      <a:pt x="256" y="208"/>
                      <a:pt x="369" y="112"/>
                      <a:pt x="504" y="112"/>
                    </a:cubicBezTo>
                    <a:cubicBezTo>
                      <a:pt x="658" y="112"/>
                      <a:pt x="784" y="238"/>
                      <a:pt x="784" y="392"/>
                    </a:cubicBezTo>
                    <a:cubicBezTo>
                      <a:pt x="784" y="546"/>
                      <a:pt x="658" y="672"/>
                      <a:pt x="504" y="672"/>
                    </a:cubicBezTo>
                    <a:cubicBezTo>
                      <a:pt x="504" y="784"/>
                      <a:pt x="504" y="784"/>
                      <a:pt x="504" y="784"/>
                    </a:cubicBezTo>
                    <a:cubicBezTo>
                      <a:pt x="721" y="784"/>
                      <a:pt x="896" y="609"/>
                      <a:pt x="896" y="392"/>
                    </a:cubicBezTo>
                    <a:cubicBezTo>
                      <a:pt x="896" y="175"/>
                      <a:pt x="721" y="0"/>
                      <a:pt x="504" y="0"/>
                    </a:cubicBezTo>
                    <a:close/>
                  </a:path>
                </a:pathLst>
              </a:custGeom>
              <a:solidFill>
                <a:schemeClr val="bg1">
                  <a:lumMod val="50000"/>
                </a:schemeClr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44" name="Oval 6">
                <a:extLst>
                  <a:ext uri="{FF2B5EF4-FFF2-40B4-BE49-F238E27FC236}">
                    <a16:creationId xmlns:a16="http://schemas.microsoft.com/office/drawing/2014/main" id="{AFFAA0AD-114A-4831-ACE3-B8C4258E3CB5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655635" y="2814331"/>
                <a:ext cx="95903" cy="95276"/>
              </a:xfrm>
              <a:prstGeom prst="ellipse">
                <a:avLst/>
              </a:prstGeom>
              <a:solidFill>
                <a:schemeClr val="accent5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</p:grp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44BEAEF8-91EF-49C8-A667-2BC7D51C2397}"/>
                </a:ext>
              </a:extLst>
            </p:cNvPr>
            <p:cNvSpPr txBox="1"/>
            <p:nvPr/>
          </p:nvSpPr>
          <p:spPr>
            <a:xfrm>
              <a:off x="2391108" y="2996115"/>
              <a:ext cx="1593994" cy="39702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ru-RU" sz="900" dirty="0">
                  <a:solidFill>
                    <a:schemeClr val="tx1"/>
                  </a:solidFill>
                  <a:latin typeface="Poppins Light" charset="0"/>
                  <a:ea typeface="Poppins Light" charset="0"/>
                  <a:cs typeface="Poppins Light" charset="0"/>
                </a:rPr>
                <a:t>localhost:3130</a:t>
              </a:r>
            </a:p>
          </p:txBody>
        </p:sp>
        <p:sp>
          <p:nvSpPr>
            <p:cNvPr id="34" name="Freeform 29">
              <a:extLst>
                <a:ext uri="{FF2B5EF4-FFF2-40B4-BE49-F238E27FC236}">
                  <a16:creationId xmlns:a16="http://schemas.microsoft.com/office/drawing/2014/main" id="{1C88632E-4E09-404A-9868-C0997FA11EAD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2269943" y="3130076"/>
              <a:ext cx="115372" cy="115448"/>
            </a:xfrm>
            <a:custGeom>
              <a:avLst/>
              <a:gdLst>
                <a:gd name="T0" fmla="*/ 0 w 636"/>
                <a:gd name="T1" fmla="*/ 318 h 636"/>
                <a:gd name="T2" fmla="*/ 636 w 636"/>
                <a:gd name="T3" fmla="*/ 318 h 636"/>
                <a:gd name="T4" fmla="*/ 594 w 636"/>
                <a:gd name="T5" fmla="*/ 308 h 636"/>
                <a:gd name="T6" fmla="*/ 448 w 636"/>
                <a:gd name="T7" fmla="*/ 179 h 636"/>
                <a:gd name="T8" fmla="*/ 594 w 636"/>
                <a:gd name="T9" fmla="*/ 308 h 636"/>
                <a:gd name="T10" fmla="*/ 223 w 636"/>
                <a:gd name="T11" fmla="*/ 486 h 636"/>
                <a:gd name="T12" fmla="*/ 308 w 636"/>
                <a:gd name="T13" fmla="*/ 594 h 636"/>
                <a:gd name="T14" fmla="*/ 329 w 636"/>
                <a:gd name="T15" fmla="*/ 42 h 636"/>
                <a:gd name="T16" fmla="*/ 328 w 636"/>
                <a:gd name="T17" fmla="*/ 184 h 636"/>
                <a:gd name="T18" fmla="*/ 329 w 636"/>
                <a:gd name="T19" fmla="*/ 42 h 636"/>
                <a:gd name="T20" fmla="*/ 510 w 636"/>
                <a:gd name="T21" fmla="*/ 119 h 636"/>
                <a:gd name="T22" fmla="*/ 363 w 636"/>
                <a:gd name="T23" fmla="*/ 45 h 636"/>
                <a:gd name="T24" fmla="*/ 308 w 636"/>
                <a:gd name="T25" fmla="*/ 184 h 636"/>
                <a:gd name="T26" fmla="*/ 307 w 636"/>
                <a:gd name="T27" fmla="*/ 42 h 636"/>
                <a:gd name="T28" fmla="*/ 196 w 636"/>
                <a:gd name="T29" fmla="*/ 160 h 636"/>
                <a:gd name="T30" fmla="*/ 273 w 636"/>
                <a:gd name="T31" fmla="*/ 45 h 636"/>
                <a:gd name="T32" fmla="*/ 207 w 636"/>
                <a:gd name="T33" fmla="*/ 186 h 636"/>
                <a:gd name="T34" fmla="*/ 308 w 636"/>
                <a:gd name="T35" fmla="*/ 308 h 636"/>
                <a:gd name="T36" fmla="*/ 207 w 636"/>
                <a:gd name="T37" fmla="*/ 186 h 636"/>
                <a:gd name="T38" fmla="*/ 308 w 636"/>
                <a:gd name="T39" fmla="*/ 452 h 636"/>
                <a:gd name="T40" fmla="*/ 185 w 636"/>
                <a:gd name="T41" fmla="*/ 328 h 636"/>
                <a:gd name="T42" fmla="*/ 273 w 636"/>
                <a:gd name="T43" fmla="*/ 591 h 636"/>
                <a:gd name="T44" fmla="*/ 204 w 636"/>
                <a:gd name="T45" fmla="*/ 493 h 636"/>
                <a:gd name="T46" fmla="*/ 328 w 636"/>
                <a:gd name="T47" fmla="*/ 594 h 636"/>
                <a:gd name="T48" fmla="*/ 413 w 636"/>
                <a:gd name="T49" fmla="*/ 486 h 636"/>
                <a:gd name="T50" fmla="*/ 328 w 636"/>
                <a:gd name="T51" fmla="*/ 594 h 636"/>
                <a:gd name="T52" fmla="*/ 498 w 636"/>
                <a:gd name="T53" fmla="*/ 528 h 636"/>
                <a:gd name="T54" fmla="*/ 432 w 636"/>
                <a:gd name="T55" fmla="*/ 493 h 636"/>
                <a:gd name="T56" fmla="*/ 328 w 636"/>
                <a:gd name="T57" fmla="*/ 452 h 636"/>
                <a:gd name="T58" fmla="*/ 451 w 636"/>
                <a:gd name="T59" fmla="*/ 328 h 636"/>
                <a:gd name="T60" fmla="*/ 328 w 636"/>
                <a:gd name="T61" fmla="*/ 308 h 636"/>
                <a:gd name="T62" fmla="*/ 429 w 636"/>
                <a:gd name="T63" fmla="*/ 186 h 636"/>
                <a:gd name="T64" fmla="*/ 328 w 636"/>
                <a:gd name="T65" fmla="*/ 308 h 636"/>
                <a:gd name="T66" fmla="*/ 188 w 636"/>
                <a:gd name="T67" fmla="*/ 179 h 636"/>
                <a:gd name="T68" fmla="*/ 42 w 636"/>
                <a:gd name="T69" fmla="*/ 308 h 636"/>
                <a:gd name="T70" fmla="*/ 42 w 636"/>
                <a:gd name="T71" fmla="*/ 328 h 636"/>
                <a:gd name="T72" fmla="*/ 195 w 636"/>
                <a:gd name="T73" fmla="*/ 475 h 636"/>
                <a:gd name="T74" fmla="*/ 42 w 636"/>
                <a:gd name="T75" fmla="*/ 328 h 636"/>
                <a:gd name="T76" fmla="*/ 441 w 636"/>
                <a:gd name="T77" fmla="*/ 475 h 636"/>
                <a:gd name="T78" fmla="*/ 594 w 636"/>
                <a:gd name="T79" fmla="*/ 328 h 6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</a:cxnLst>
              <a:rect l="0" t="0" r="r" b="b"/>
              <a:pathLst>
                <a:path w="636" h="636">
                  <a:moveTo>
                    <a:pt x="318" y="0"/>
                  </a:moveTo>
                  <a:cubicBezTo>
                    <a:pt x="142" y="0"/>
                    <a:pt x="0" y="142"/>
                    <a:pt x="0" y="318"/>
                  </a:cubicBezTo>
                  <a:cubicBezTo>
                    <a:pt x="0" y="494"/>
                    <a:pt x="142" y="636"/>
                    <a:pt x="318" y="636"/>
                  </a:cubicBezTo>
                  <a:cubicBezTo>
                    <a:pt x="494" y="636"/>
                    <a:pt x="636" y="494"/>
                    <a:pt x="636" y="318"/>
                  </a:cubicBezTo>
                  <a:cubicBezTo>
                    <a:pt x="636" y="142"/>
                    <a:pt x="494" y="0"/>
                    <a:pt x="318" y="0"/>
                  </a:cubicBezTo>
                  <a:close/>
                  <a:moveTo>
                    <a:pt x="594" y="308"/>
                  </a:moveTo>
                  <a:cubicBezTo>
                    <a:pt x="471" y="308"/>
                    <a:pt x="471" y="308"/>
                    <a:pt x="471" y="308"/>
                  </a:cubicBezTo>
                  <a:cubicBezTo>
                    <a:pt x="470" y="262"/>
                    <a:pt x="462" y="219"/>
                    <a:pt x="448" y="179"/>
                  </a:cubicBezTo>
                  <a:cubicBezTo>
                    <a:pt x="476" y="168"/>
                    <a:pt x="501" y="152"/>
                    <a:pt x="525" y="134"/>
                  </a:cubicBezTo>
                  <a:cubicBezTo>
                    <a:pt x="566" y="181"/>
                    <a:pt x="592" y="241"/>
                    <a:pt x="594" y="308"/>
                  </a:cubicBezTo>
                  <a:close/>
                  <a:moveTo>
                    <a:pt x="307" y="594"/>
                  </a:moveTo>
                  <a:cubicBezTo>
                    <a:pt x="273" y="566"/>
                    <a:pt x="244" y="529"/>
                    <a:pt x="223" y="486"/>
                  </a:cubicBezTo>
                  <a:cubicBezTo>
                    <a:pt x="250" y="478"/>
                    <a:pt x="278" y="473"/>
                    <a:pt x="308" y="472"/>
                  </a:cubicBezTo>
                  <a:cubicBezTo>
                    <a:pt x="308" y="594"/>
                    <a:pt x="308" y="594"/>
                    <a:pt x="308" y="594"/>
                  </a:cubicBezTo>
                  <a:cubicBezTo>
                    <a:pt x="307" y="594"/>
                    <a:pt x="307" y="594"/>
                    <a:pt x="307" y="594"/>
                  </a:cubicBezTo>
                  <a:close/>
                  <a:moveTo>
                    <a:pt x="329" y="42"/>
                  </a:moveTo>
                  <a:cubicBezTo>
                    <a:pt x="368" y="74"/>
                    <a:pt x="400" y="117"/>
                    <a:pt x="421" y="167"/>
                  </a:cubicBezTo>
                  <a:cubicBezTo>
                    <a:pt x="392" y="177"/>
                    <a:pt x="361" y="183"/>
                    <a:pt x="328" y="184"/>
                  </a:cubicBezTo>
                  <a:cubicBezTo>
                    <a:pt x="328" y="42"/>
                    <a:pt x="328" y="42"/>
                    <a:pt x="328" y="42"/>
                  </a:cubicBezTo>
                  <a:cubicBezTo>
                    <a:pt x="329" y="42"/>
                    <a:pt x="329" y="42"/>
                    <a:pt x="329" y="42"/>
                  </a:cubicBezTo>
                  <a:close/>
                  <a:moveTo>
                    <a:pt x="363" y="45"/>
                  </a:moveTo>
                  <a:cubicBezTo>
                    <a:pt x="420" y="55"/>
                    <a:pt x="471" y="81"/>
                    <a:pt x="510" y="119"/>
                  </a:cubicBezTo>
                  <a:cubicBezTo>
                    <a:pt x="489" y="136"/>
                    <a:pt x="466" y="150"/>
                    <a:pt x="440" y="160"/>
                  </a:cubicBezTo>
                  <a:cubicBezTo>
                    <a:pt x="421" y="116"/>
                    <a:pt x="395" y="77"/>
                    <a:pt x="363" y="45"/>
                  </a:cubicBezTo>
                  <a:close/>
                  <a:moveTo>
                    <a:pt x="308" y="42"/>
                  </a:moveTo>
                  <a:cubicBezTo>
                    <a:pt x="308" y="184"/>
                    <a:pt x="308" y="184"/>
                    <a:pt x="308" y="184"/>
                  </a:cubicBezTo>
                  <a:cubicBezTo>
                    <a:pt x="275" y="183"/>
                    <a:pt x="244" y="177"/>
                    <a:pt x="215" y="167"/>
                  </a:cubicBezTo>
                  <a:cubicBezTo>
                    <a:pt x="236" y="117"/>
                    <a:pt x="268" y="74"/>
                    <a:pt x="307" y="42"/>
                  </a:cubicBezTo>
                  <a:cubicBezTo>
                    <a:pt x="307" y="42"/>
                    <a:pt x="307" y="42"/>
                    <a:pt x="308" y="42"/>
                  </a:cubicBezTo>
                  <a:close/>
                  <a:moveTo>
                    <a:pt x="196" y="160"/>
                  </a:moveTo>
                  <a:cubicBezTo>
                    <a:pt x="171" y="150"/>
                    <a:pt x="147" y="136"/>
                    <a:pt x="126" y="119"/>
                  </a:cubicBezTo>
                  <a:cubicBezTo>
                    <a:pt x="165" y="81"/>
                    <a:pt x="216" y="55"/>
                    <a:pt x="273" y="45"/>
                  </a:cubicBezTo>
                  <a:cubicBezTo>
                    <a:pt x="241" y="77"/>
                    <a:pt x="215" y="116"/>
                    <a:pt x="196" y="160"/>
                  </a:cubicBezTo>
                  <a:close/>
                  <a:moveTo>
                    <a:pt x="207" y="186"/>
                  </a:moveTo>
                  <a:cubicBezTo>
                    <a:pt x="239" y="197"/>
                    <a:pt x="273" y="204"/>
                    <a:pt x="308" y="205"/>
                  </a:cubicBezTo>
                  <a:cubicBezTo>
                    <a:pt x="308" y="308"/>
                    <a:pt x="308" y="308"/>
                    <a:pt x="308" y="308"/>
                  </a:cubicBezTo>
                  <a:cubicBezTo>
                    <a:pt x="185" y="308"/>
                    <a:pt x="185" y="308"/>
                    <a:pt x="185" y="308"/>
                  </a:cubicBezTo>
                  <a:cubicBezTo>
                    <a:pt x="186" y="265"/>
                    <a:pt x="194" y="224"/>
                    <a:pt x="207" y="186"/>
                  </a:cubicBezTo>
                  <a:close/>
                  <a:moveTo>
                    <a:pt x="308" y="328"/>
                  </a:moveTo>
                  <a:cubicBezTo>
                    <a:pt x="308" y="452"/>
                    <a:pt x="308" y="452"/>
                    <a:pt x="308" y="452"/>
                  </a:cubicBezTo>
                  <a:cubicBezTo>
                    <a:pt x="275" y="453"/>
                    <a:pt x="244" y="458"/>
                    <a:pt x="215" y="468"/>
                  </a:cubicBezTo>
                  <a:cubicBezTo>
                    <a:pt x="197" y="425"/>
                    <a:pt x="186" y="378"/>
                    <a:pt x="185" y="328"/>
                  </a:cubicBezTo>
                  <a:lnTo>
                    <a:pt x="308" y="328"/>
                  </a:lnTo>
                  <a:close/>
                  <a:moveTo>
                    <a:pt x="273" y="591"/>
                  </a:moveTo>
                  <a:cubicBezTo>
                    <a:pt x="222" y="582"/>
                    <a:pt x="176" y="560"/>
                    <a:pt x="138" y="528"/>
                  </a:cubicBezTo>
                  <a:cubicBezTo>
                    <a:pt x="158" y="514"/>
                    <a:pt x="180" y="502"/>
                    <a:pt x="204" y="493"/>
                  </a:cubicBezTo>
                  <a:cubicBezTo>
                    <a:pt x="222" y="531"/>
                    <a:pt x="245" y="563"/>
                    <a:pt x="273" y="591"/>
                  </a:cubicBezTo>
                  <a:close/>
                  <a:moveTo>
                    <a:pt x="328" y="594"/>
                  </a:moveTo>
                  <a:cubicBezTo>
                    <a:pt x="328" y="472"/>
                    <a:pt x="328" y="472"/>
                    <a:pt x="328" y="472"/>
                  </a:cubicBezTo>
                  <a:cubicBezTo>
                    <a:pt x="358" y="473"/>
                    <a:pt x="386" y="478"/>
                    <a:pt x="413" y="486"/>
                  </a:cubicBezTo>
                  <a:cubicBezTo>
                    <a:pt x="392" y="529"/>
                    <a:pt x="363" y="566"/>
                    <a:pt x="329" y="594"/>
                  </a:cubicBezTo>
                  <a:cubicBezTo>
                    <a:pt x="329" y="594"/>
                    <a:pt x="329" y="594"/>
                    <a:pt x="328" y="594"/>
                  </a:cubicBezTo>
                  <a:close/>
                  <a:moveTo>
                    <a:pt x="432" y="493"/>
                  </a:moveTo>
                  <a:cubicBezTo>
                    <a:pt x="456" y="502"/>
                    <a:pt x="478" y="514"/>
                    <a:pt x="498" y="528"/>
                  </a:cubicBezTo>
                  <a:cubicBezTo>
                    <a:pt x="460" y="560"/>
                    <a:pt x="414" y="582"/>
                    <a:pt x="363" y="591"/>
                  </a:cubicBezTo>
                  <a:cubicBezTo>
                    <a:pt x="391" y="563"/>
                    <a:pt x="414" y="531"/>
                    <a:pt x="432" y="493"/>
                  </a:cubicBezTo>
                  <a:close/>
                  <a:moveTo>
                    <a:pt x="421" y="468"/>
                  </a:moveTo>
                  <a:cubicBezTo>
                    <a:pt x="392" y="458"/>
                    <a:pt x="361" y="453"/>
                    <a:pt x="328" y="452"/>
                  </a:cubicBezTo>
                  <a:cubicBezTo>
                    <a:pt x="328" y="328"/>
                    <a:pt x="328" y="328"/>
                    <a:pt x="328" y="328"/>
                  </a:cubicBezTo>
                  <a:cubicBezTo>
                    <a:pt x="451" y="328"/>
                    <a:pt x="451" y="328"/>
                    <a:pt x="451" y="328"/>
                  </a:cubicBezTo>
                  <a:cubicBezTo>
                    <a:pt x="450" y="378"/>
                    <a:pt x="439" y="425"/>
                    <a:pt x="421" y="468"/>
                  </a:cubicBezTo>
                  <a:close/>
                  <a:moveTo>
                    <a:pt x="328" y="308"/>
                  </a:moveTo>
                  <a:cubicBezTo>
                    <a:pt x="328" y="205"/>
                    <a:pt x="328" y="205"/>
                    <a:pt x="328" y="205"/>
                  </a:cubicBezTo>
                  <a:cubicBezTo>
                    <a:pt x="363" y="204"/>
                    <a:pt x="397" y="197"/>
                    <a:pt x="429" y="186"/>
                  </a:cubicBezTo>
                  <a:cubicBezTo>
                    <a:pt x="442" y="224"/>
                    <a:pt x="450" y="265"/>
                    <a:pt x="451" y="308"/>
                  </a:cubicBezTo>
                  <a:lnTo>
                    <a:pt x="328" y="308"/>
                  </a:lnTo>
                  <a:close/>
                  <a:moveTo>
                    <a:pt x="111" y="134"/>
                  </a:moveTo>
                  <a:cubicBezTo>
                    <a:pt x="135" y="152"/>
                    <a:pt x="160" y="168"/>
                    <a:pt x="188" y="179"/>
                  </a:cubicBezTo>
                  <a:cubicBezTo>
                    <a:pt x="174" y="219"/>
                    <a:pt x="166" y="262"/>
                    <a:pt x="165" y="308"/>
                  </a:cubicBezTo>
                  <a:cubicBezTo>
                    <a:pt x="42" y="308"/>
                    <a:pt x="42" y="308"/>
                    <a:pt x="42" y="308"/>
                  </a:cubicBezTo>
                  <a:cubicBezTo>
                    <a:pt x="44" y="241"/>
                    <a:pt x="70" y="181"/>
                    <a:pt x="111" y="134"/>
                  </a:cubicBezTo>
                  <a:close/>
                  <a:moveTo>
                    <a:pt x="42" y="328"/>
                  </a:moveTo>
                  <a:cubicBezTo>
                    <a:pt x="165" y="328"/>
                    <a:pt x="165" y="328"/>
                    <a:pt x="165" y="328"/>
                  </a:cubicBezTo>
                  <a:cubicBezTo>
                    <a:pt x="166" y="381"/>
                    <a:pt x="177" y="430"/>
                    <a:pt x="195" y="475"/>
                  </a:cubicBezTo>
                  <a:cubicBezTo>
                    <a:pt x="169" y="485"/>
                    <a:pt x="145" y="498"/>
                    <a:pt x="123" y="514"/>
                  </a:cubicBezTo>
                  <a:cubicBezTo>
                    <a:pt x="75" y="466"/>
                    <a:pt x="44" y="401"/>
                    <a:pt x="42" y="328"/>
                  </a:cubicBezTo>
                  <a:close/>
                  <a:moveTo>
                    <a:pt x="513" y="514"/>
                  </a:moveTo>
                  <a:cubicBezTo>
                    <a:pt x="491" y="498"/>
                    <a:pt x="467" y="485"/>
                    <a:pt x="441" y="475"/>
                  </a:cubicBezTo>
                  <a:cubicBezTo>
                    <a:pt x="459" y="430"/>
                    <a:pt x="470" y="381"/>
                    <a:pt x="471" y="328"/>
                  </a:cubicBezTo>
                  <a:cubicBezTo>
                    <a:pt x="594" y="328"/>
                    <a:pt x="594" y="328"/>
                    <a:pt x="594" y="328"/>
                  </a:cubicBezTo>
                  <a:cubicBezTo>
                    <a:pt x="592" y="401"/>
                    <a:pt x="561" y="466"/>
                    <a:pt x="513" y="514"/>
                  </a:cubicBezTo>
                  <a:close/>
                </a:path>
              </a:pathLst>
            </a:custGeom>
            <a:solidFill>
              <a:schemeClr val="bg1">
                <a:lumMod val="5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d-ID" dirty="0">
                <a:latin typeface="Lato Light"/>
              </a:endParaRPr>
            </a:p>
          </p:txBody>
        </p:sp>
      </p:grp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EA08EBDD-D3B1-49F6-BC92-38ED9C83409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27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371A900A-8BF5-4238-B577-5FBBE4A75C43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pPr marL="0" indent="0">
              <a:buNone/>
            </a:pPr>
            <a:r>
              <a:rPr lang="ru-RU" sz="1400">
                <a:solidFill>
                  <a:schemeClr val="tx1"/>
                </a:solidFill>
              </a:rPr>
              <a:t>Журнал карточек и таймер: 30 секунд на первичный статус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735CE154-6330-485C-8E80-D5D601B2BAD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pPr marL="0" indent="0">
              <a:buNone/>
            </a:pPr>
            <a:r>
              <a:rPr lang="ru-RU" sz="1400">
                <a:solidFill>
                  <a:schemeClr val="tx1"/>
                </a:solidFill>
              </a:rPr>
              <a:t>Карточка: полный цикл статусов, софтфон и сообщения служб</a:t>
            </a:r>
          </a:p>
        </p:txBody>
      </p:sp>
      <p:sp>
        <p:nvSpPr>
          <p:cNvPr id="5" name="Рисунок 4">
            <a:extLst>
              <a:ext uri="{FF2B5EF4-FFF2-40B4-BE49-F238E27FC236}">
                <a16:creationId xmlns:a16="http://schemas.microsoft.com/office/drawing/2014/main" id="{B81528B6-CA31-41D3-86C3-327E28EF020F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/>
      </p:sp>
      <p:sp>
        <p:nvSpPr>
          <p:cNvPr id="6" name="Рисунок 5">
            <a:extLst>
              <a:ext uri="{FF2B5EF4-FFF2-40B4-BE49-F238E27FC236}">
                <a16:creationId xmlns:a16="http://schemas.microsoft.com/office/drawing/2014/main" id="{7B188587-A119-4DCD-9E44-87DD8E11DB77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/>
      </p:sp>
      <p:sp>
        <p:nvSpPr>
          <p:cNvPr id="55" name="Заголовок 13">
            <a:extLst>
              <a:ext uri="{FF2B5EF4-FFF2-40B4-BE49-F238E27FC236}">
                <a16:creationId xmlns:a16="http://schemas.microsoft.com/office/drawing/2014/main" id="{F83D1BEE-59E5-12AF-CCDA-133537DF56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9862734" cy="376138"/>
          </a:xfrm>
        </p:spPr>
        <p:txBody>
          <a:bodyPr/>
          <a:lstStyle/>
          <a:p>
            <a:r>
              <a:rPr lang="ru-RU"/>
              <a:t>ДЕМО: РАБОТА ДИСПЕТЧЕРА</a:t>
            </a:r>
          </a:p>
        </p:txBody>
      </p:sp>
    </p:spTree>
    <p:extLst>
      <p:ext uri="{BB962C8B-B14F-4D97-AF65-F5344CB8AC3E}">
        <p14:creationId xmlns:p14="http://schemas.microsoft.com/office/powerpoint/2010/main" val="1163964322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39125108-8C0F-2F06-5739-B84F0E2F138C}"/>
              </a:ext>
            </a:extLst>
          </p:cNvPr>
          <p:cNvSpPr/>
          <p:nvPr/>
        </p:nvSpPr>
        <p:spPr>
          <a:xfrm>
            <a:off x="346075" y="324562"/>
            <a:ext cx="5760720" cy="620919"/>
          </a:xfrm>
          <a:prstGeom prst="roundRect">
            <a:avLst>
              <a:gd name="adj" fmla="val 18706"/>
            </a:avLst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grpSp>
        <p:nvGrpSpPr>
          <p:cNvPr id="8" name="Group 82">
            <a:extLst>
              <a:ext uri="{FF2B5EF4-FFF2-40B4-BE49-F238E27FC236}">
                <a16:creationId xmlns:a16="http://schemas.microsoft.com/office/drawing/2014/main" id="{24F452BD-B318-4752-95A0-FE784050E11F}"/>
              </a:ext>
            </a:extLst>
          </p:cNvPr>
          <p:cNvGrpSpPr>
            <a:grpSpLocks noChangeAspect="1"/>
          </p:cNvGrpSpPr>
          <p:nvPr/>
        </p:nvGrpSpPr>
        <p:grpSpPr>
          <a:xfrm>
            <a:off x="1149124" y="1149443"/>
            <a:ext cx="4267960" cy="2822929"/>
            <a:chOff x="1027152" y="2693983"/>
            <a:chExt cx="6796849" cy="4462905"/>
          </a:xfrm>
        </p:grpSpPr>
        <p:grpSp>
          <p:nvGrpSpPr>
            <p:cNvPr id="9" name="Group 83">
              <a:extLst>
                <a:ext uri="{FF2B5EF4-FFF2-40B4-BE49-F238E27FC236}">
                  <a16:creationId xmlns:a16="http://schemas.microsoft.com/office/drawing/2014/main" id="{FD5311CA-A8DA-4752-BCCC-9D77C86DAA8A}"/>
                </a:ext>
              </a:extLst>
            </p:cNvPr>
            <p:cNvGrpSpPr/>
            <p:nvPr/>
          </p:nvGrpSpPr>
          <p:grpSpPr>
            <a:xfrm>
              <a:off x="1027152" y="2693983"/>
              <a:ext cx="6796849" cy="4462905"/>
              <a:chOff x="1027152" y="2693983"/>
              <a:chExt cx="6796849" cy="4462905"/>
            </a:xfrm>
          </p:grpSpPr>
          <p:sp>
            <p:nvSpPr>
              <p:cNvPr id="12" name="AutoShape 1">
                <a:extLst>
                  <a:ext uri="{FF2B5EF4-FFF2-40B4-BE49-F238E27FC236}">
                    <a16:creationId xmlns:a16="http://schemas.microsoft.com/office/drawing/2014/main" id="{C5DD9855-9040-4A8E-8FC7-2A87D71D92A4}"/>
                  </a:ext>
                </a:extLst>
              </p:cNvPr>
              <p:cNvSpPr>
                <a:spLocks noChangeAspect="1"/>
              </p:cNvSpPr>
              <p:nvPr/>
            </p:nvSpPr>
            <p:spPr bwMode="auto">
              <a:xfrm>
                <a:off x="1029339" y="2693983"/>
                <a:ext cx="6794662" cy="4462905"/>
              </a:xfrm>
              <a:prstGeom prst="roundRect">
                <a:avLst>
                  <a:gd name="adj" fmla="val 1292"/>
                </a:avLst>
              </a:prstGeom>
              <a:solidFill>
                <a:schemeClr val="accent5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  <a:effectLst>
                <a:outerShdw blurRad="50800" dist="38100" dir="5400000" algn="t" rotWithShape="0">
                  <a:prstClr val="black">
                    <a:alpha val="40000"/>
                  </a:prstClr>
                </a:outerShdw>
              </a:effectLst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13" name="Rectangle 2">
                <a:extLst>
                  <a:ext uri="{FF2B5EF4-FFF2-40B4-BE49-F238E27FC236}">
                    <a16:creationId xmlns:a16="http://schemas.microsoft.com/office/drawing/2014/main" id="{1CA962FF-DEAF-450E-BAC9-2CBF039F5EDD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027152" y="3024940"/>
                <a:ext cx="6794663" cy="315914"/>
              </a:xfrm>
              <a:prstGeom prst="rect">
                <a:avLst/>
              </a:prstGeom>
              <a:solidFill>
                <a:schemeClr val="accent6">
                  <a:lumMod val="50000"/>
                </a:schemeClr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14" name="AutoShape 3">
                <a:extLst>
                  <a:ext uri="{FF2B5EF4-FFF2-40B4-BE49-F238E27FC236}">
                    <a16:creationId xmlns:a16="http://schemas.microsoft.com/office/drawing/2014/main" id="{29B32C08-05E5-455D-AB4B-FA780C0B9C44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035351" y="2779230"/>
                <a:ext cx="2717865" cy="561624"/>
              </a:xfrm>
              <a:prstGeom prst="roundRect">
                <a:avLst>
                  <a:gd name="adj" fmla="val 11986"/>
                </a:avLst>
              </a:prstGeom>
              <a:solidFill>
                <a:schemeClr val="accent6">
                  <a:lumMod val="50000"/>
                </a:schemeClr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15" name="Oval 4">
                <a:extLst>
                  <a:ext uri="{FF2B5EF4-FFF2-40B4-BE49-F238E27FC236}">
                    <a16:creationId xmlns:a16="http://schemas.microsoft.com/office/drawing/2014/main" id="{DB5DCAC2-FF8B-4D8A-8761-EF6BE6B4CB79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137753" y="2814331"/>
                <a:ext cx="95903" cy="95276"/>
              </a:xfrm>
              <a:prstGeom prst="ellipse">
                <a:avLst/>
              </a:prstGeom>
              <a:solidFill>
                <a:schemeClr val="accent2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16" name="Oval 5">
                <a:extLst>
                  <a:ext uri="{FF2B5EF4-FFF2-40B4-BE49-F238E27FC236}">
                    <a16:creationId xmlns:a16="http://schemas.microsoft.com/office/drawing/2014/main" id="{A18062AF-728F-4F67-A9EE-6DA3DC1E6BBC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307620" y="2814331"/>
                <a:ext cx="95903" cy="95276"/>
              </a:xfrm>
              <a:prstGeom prst="ellipse">
                <a:avLst/>
              </a:prstGeom>
              <a:solidFill>
                <a:schemeClr val="accent3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17" name="Oval 6">
                <a:extLst>
                  <a:ext uri="{FF2B5EF4-FFF2-40B4-BE49-F238E27FC236}">
                    <a16:creationId xmlns:a16="http://schemas.microsoft.com/office/drawing/2014/main" id="{1F8B8CA3-31B9-4E3E-89F8-B823F31C1C99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477486" y="2814331"/>
                <a:ext cx="95903" cy="95276"/>
              </a:xfrm>
              <a:prstGeom prst="ellipse">
                <a:avLst/>
              </a:prstGeom>
              <a:solidFill>
                <a:schemeClr val="accent4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18" name="Rectangle 92">
                <a:extLst>
                  <a:ext uri="{FF2B5EF4-FFF2-40B4-BE49-F238E27FC236}">
                    <a16:creationId xmlns:a16="http://schemas.microsoft.com/office/drawing/2014/main" id="{C40CC64C-4BDE-4B83-ACBA-76BBEC31E3B1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205844" y="3085114"/>
                <a:ext cx="5104773" cy="200580"/>
              </a:xfrm>
              <a:prstGeom prst="rect">
                <a:avLst/>
              </a:prstGeom>
              <a:solidFill>
                <a:srgbClr val="FFFFFF"/>
              </a:solidFill>
              <a:ln w="25400" cap="flat">
                <a:solidFill>
                  <a:srgbClr val="B3B3B3"/>
                </a:solidFill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grpSp>
            <p:nvGrpSpPr>
              <p:cNvPr id="19" name="Group 93">
                <a:extLst>
                  <a:ext uri="{FF2B5EF4-FFF2-40B4-BE49-F238E27FC236}">
                    <a16:creationId xmlns:a16="http://schemas.microsoft.com/office/drawing/2014/main" id="{021FE07F-E9DB-428E-864C-12ABBB046C13}"/>
                  </a:ext>
                </a:extLst>
              </p:cNvPr>
              <p:cNvGrpSpPr/>
              <p:nvPr/>
            </p:nvGrpSpPr>
            <p:grpSpPr>
              <a:xfrm>
                <a:off x="7494380" y="2779230"/>
                <a:ext cx="155357" cy="155272"/>
                <a:chOff x="4763" y="0"/>
                <a:chExt cx="2900362" cy="2898775"/>
              </a:xfrm>
              <a:solidFill>
                <a:schemeClr val="bg1">
                  <a:lumMod val="50000"/>
                </a:schemeClr>
              </a:solidFill>
            </p:grpSpPr>
            <p:sp>
              <p:nvSpPr>
                <p:cNvPr id="22" name="Freeform 13">
                  <a:extLst>
                    <a:ext uri="{FF2B5EF4-FFF2-40B4-BE49-F238E27FC236}">
                      <a16:creationId xmlns:a16="http://schemas.microsoft.com/office/drawing/2014/main" id="{8251ED56-D5C4-4244-B7B8-9CC65D6F8A0C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4763" y="0"/>
                  <a:ext cx="727075" cy="722313"/>
                </a:xfrm>
                <a:custGeom>
                  <a:avLst/>
                  <a:gdLst>
                    <a:gd name="T0" fmla="*/ 168 w 193"/>
                    <a:gd name="T1" fmla="*/ 0 h 192"/>
                    <a:gd name="T2" fmla="*/ 24 w 193"/>
                    <a:gd name="T3" fmla="*/ 0 h 192"/>
                    <a:gd name="T4" fmla="*/ 0 w 193"/>
                    <a:gd name="T5" fmla="*/ 24 h 192"/>
                    <a:gd name="T6" fmla="*/ 0 w 193"/>
                    <a:gd name="T7" fmla="*/ 168 h 192"/>
                    <a:gd name="T8" fmla="*/ 24 w 193"/>
                    <a:gd name="T9" fmla="*/ 192 h 192"/>
                    <a:gd name="T10" fmla="*/ 168 w 193"/>
                    <a:gd name="T11" fmla="*/ 192 h 192"/>
                    <a:gd name="T12" fmla="*/ 193 w 193"/>
                    <a:gd name="T13" fmla="*/ 168 h 192"/>
                    <a:gd name="T14" fmla="*/ 193 w 193"/>
                    <a:gd name="T15" fmla="*/ 24 h 192"/>
                    <a:gd name="T16" fmla="*/ 168 w 193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3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2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2" y="192"/>
                        <a:pt x="193" y="182"/>
                        <a:pt x="193" y="168"/>
                      </a:cubicBezTo>
                      <a:cubicBezTo>
                        <a:pt x="193" y="24"/>
                        <a:pt x="193" y="24"/>
                        <a:pt x="193" y="24"/>
                      </a:cubicBezTo>
                      <a:cubicBezTo>
                        <a:pt x="193" y="11"/>
                        <a:pt x="182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23" name="Freeform 14">
                  <a:extLst>
                    <a:ext uri="{FF2B5EF4-FFF2-40B4-BE49-F238E27FC236}">
                      <a16:creationId xmlns:a16="http://schemas.microsoft.com/office/drawing/2014/main" id="{ECE11028-B7CA-451E-851D-176871A08FC6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4763" y="1087438"/>
                  <a:ext cx="727075" cy="722313"/>
                </a:xfrm>
                <a:custGeom>
                  <a:avLst/>
                  <a:gdLst>
                    <a:gd name="T0" fmla="*/ 168 w 193"/>
                    <a:gd name="T1" fmla="*/ 0 h 192"/>
                    <a:gd name="T2" fmla="*/ 24 w 193"/>
                    <a:gd name="T3" fmla="*/ 0 h 192"/>
                    <a:gd name="T4" fmla="*/ 0 w 193"/>
                    <a:gd name="T5" fmla="*/ 24 h 192"/>
                    <a:gd name="T6" fmla="*/ 0 w 193"/>
                    <a:gd name="T7" fmla="*/ 168 h 192"/>
                    <a:gd name="T8" fmla="*/ 24 w 193"/>
                    <a:gd name="T9" fmla="*/ 192 h 192"/>
                    <a:gd name="T10" fmla="*/ 168 w 193"/>
                    <a:gd name="T11" fmla="*/ 192 h 192"/>
                    <a:gd name="T12" fmla="*/ 193 w 193"/>
                    <a:gd name="T13" fmla="*/ 168 h 192"/>
                    <a:gd name="T14" fmla="*/ 193 w 193"/>
                    <a:gd name="T15" fmla="*/ 24 h 192"/>
                    <a:gd name="T16" fmla="*/ 168 w 193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3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1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2" y="192"/>
                        <a:pt x="193" y="181"/>
                        <a:pt x="193" y="168"/>
                      </a:cubicBezTo>
                      <a:cubicBezTo>
                        <a:pt x="193" y="24"/>
                        <a:pt x="193" y="24"/>
                        <a:pt x="193" y="24"/>
                      </a:cubicBezTo>
                      <a:cubicBezTo>
                        <a:pt x="193" y="11"/>
                        <a:pt x="182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24" name="Freeform 15">
                  <a:extLst>
                    <a:ext uri="{FF2B5EF4-FFF2-40B4-BE49-F238E27FC236}">
                      <a16:creationId xmlns:a16="http://schemas.microsoft.com/office/drawing/2014/main" id="{C663966C-C5F6-4AF2-AC81-EF7A040B7489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4763" y="2171700"/>
                  <a:ext cx="727075" cy="727075"/>
                </a:xfrm>
                <a:custGeom>
                  <a:avLst/>
                  <a:gdLst>
                    <a:gd name="T0" fmla="*/ 168 w 193"/>
                    <a:gd name="T1" fmla="*/ 0 h 193"/>
                    <a:gd name="T2" fmla="*/ 24 w 193"/>
                    <a:gd name="T3" fmla="*/ 0 h 193"/>
                    <a:gd name="T4" fmla="*/ 0 w 193"/>
                    <a:gd name="T5" fmla="*/ 25 h 193"/>
                    <a:gd name="T6" fmla="*/ 0 w 193"/>
                    <a:gd name="T7" fmla="*/ 169 h 193"/>
                    <a:gd name="T8" fmla="*/ 24 w 193"/>
                    <a:gd name="T9" fmla="*/ 193 h 193"/>
                    <a:gd name="T10" fmla="*/ 168 w 193"/>
                    <a:gd name="T11" fmla="*/ 193 h 193"/>
                    <a:gd name="T12" fmla="*/ 193 w 193"/>
                    <a:gd name="T13" fmla="*/ 169 h 193"/>
                    <a:gd name="T14" fmla="*/ 193 w 193"/>
                    <a:gd name="T15" fmla="*/ 25 h 193"/>
                    <a:gd name="T16" fmla="*/ 168 w 193"/>
                    <a:gd name="T17" fmla="*/ 0 h 19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3" h="193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5"/>
                      </a:cubicBezTo>
                      <a:cubicBezTo>
                        <a:pt x="0" y="169"/>
                        <a:pt x="0" y="169"/>
                        <a:pt x="0" y="169"/>
                      </a:cubicBezTo>
                      <a:cubicBezTo>
                        <a:pt x="0" y="182"/>
                        <a:pt x="11" y="193"/>
                        <a:pt x="24" y="193"/>
                      </a:cubicBezTo>
                      <a:cubicBezTo>
                        <a:pt x="168" y="193"/>
                        <a:pt x="168" y="193"/>
                        <a:pt x="168" y="193"/>
                      </a:cubicBezTo>
                      <a:cubicBezTo>
                        <a:pt x="182" y="193"/>
                        <a:pt x="193" y="182"/>
                        <a:pt x="193" y="169"/>
                      </a:cubicBezTo>
                      <a:cubicBezTo>
                        <a:pt x="193" y="25"/>
                        <a:pt x="193" y="25"/>
                        <a:pt x="193" y="25"/>
                      </a:cubicBezTo>
                      <a:cubicBezTo>
                        <a:pt x="193" y="11"/>
                        <a:pt x="182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25" name="Freeform 16">
                  <a:extLst>
                    <a:ext uri="{FF2B5EF4-FFF2-40B4-BE49-F238E27FC236}">
                      <a16:creationId xmlns:a16="http://schemas.microsoft.com/office/drawing/2014/main" id="{1231452A-2DB6-4628-B13E-989E31967835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093788" y="0"/>
                  <a:ext cx="722312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2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2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26" name="Freeform 17">
                  <a:extLst>
                    <a:ext uri="{FF2B5EF4-FFF2-40B4-BE49-F238E27FC236}">
                      <a16:creationId xmlns:a16="http://schemas.microsoft.com/office/drawing/2014/main" id="{02B5F533-7190-4486-800E-50B9DEE2ECC1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093788" y="1087438"/>
                  <a:ext cx="722312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1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1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27" name="Freeform 18">
                  <a:extLst>
                    <a:ext uri="{FF2B5EF4-FFF2-40B4-BE49-F238E27FC236}">
                      <a16:creationId xmlns:a16="http://schemas.microsoft.com/office/drawing/2014/main" id="{E1197ACF-D4F7-4F4F-B51B-31BAB0320329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093788" y="2171700"/>
                  <a:ext cx="722312" cy="727075"/>
                </a:xfrm>
                <a:custGeom>
                  <a:avLst/>
                  <a:gdLst>
                    <a:gd name="T0" fmla="*/ 168 w 192"/>
                    <a:gd name="T1" fmla="*/ 0 h 193"/>
                    <a:gd name="T2" fmla="*/ 24 w 192"/>
                    <a:gd name="T3" fmla="*/ 0 h 193"/>
                    <a:gd name="T4" fmla="*/ 0 w 192"/>
                    <a:gd name="T5" fmla="*/ 25 h 193"/>
                    <a:gd name="T6" fmla="*/ 0 w 192"/>
                    <a:gd name="T7" fmla="*/ 169 h 193"/>
                    <a:gd name="T8" fmla="*/ 24 w 192"/>
                    <a:gd name="T9" fmla="*/ 193 h 193"/>
                    <a:gd name="T10" fmla="*/ 168 w 192"/>
                    <a:gd name="T11" fmla="*/ 193 h 193"/>
                    <a:gd name="T12" fmla="*/ 192 w 192"/>
                    <a:gd name="T13" fmla="*/ 169 h 193"/>
                    <a:gd name="T14" fmla="*/ 192 w 192"/>
                    <a:gd name="T15" fmla="*/ 25 h 193"/>
                    <a:gd name="T16" fmla="*/ 168 w 192"/>
                    <a:gd name="T17" fmla="*/ 0 h 19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3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5"/>
                      </a:cubicBezTo>
                      <a:cubicBezTo>
                        <a:pt x="0" y="169"/>
                        <a:pt x="0" y="169"/>
                        <a:pt x="0" y="169"/>
                      </a:cubicBezTo>
                      <a:cubicBezTo>
                        <a:pt x="0" y="182"/>
                        <a:pt x="11" y="193"/>
                        <a:pt x="24" y="193"/>
                      </a:cubicBezTo>
                      <a:cubicBezTo>
                        <a:pt x="168" y="193"/>
                        <a:pt x="168" y="193"/>
                        <a:pt x="168" y="193"/>
                      </a:cubicBezTo>
                      <a:cubicBezTo>
                        <a:pt x="181" y="193"/>
                        <a:pt x="192" y="182"/>
                        <a:pt x="192" y="169"/>
                      </a:cubicBezTo>
                      <a:cubicBezTo>
                        <a:pt x="192" y="25"/>
                        <a:pt x="192" y="25"/>
                        <a:pt x="192" y="25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28" name="Freeform 19">
                  <a:extLst>
                    <a:ext uri="{FF2B5EF4-FFF2-40B4-BE49-F238E27FC236}">
                      <a16:creationId xmlns:a16="http://schemas.microsoft.com/office/drawing/2014/main" id="{305C916E-AA00-40D3-979E-8385C880D15E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181225" y="0"/>
                  <a:ext cx="723900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0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2"/>
                        <a:pt x="10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2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29" name="Freeform 20">
                  <a:extLst>
                    <a:ext uri="{FF2B5EF4-FFF2-40B4-BE49-F238E27FC236}">
                      <a16:creationId xmlns:a16="http://schemas.microsoft.com/office/drawing/2014/main" id="{606A4951-C43E-4D62-8601-77DAE03DB7A5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181225" y="1087438"/>
                  <a:ext cx="723900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0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1"/>
                        <a:pt x="10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1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30" name="Freeform 21">
                  <a:extLst>
                    <a:ext uri="{FF2B5EF4-FFF2-40B4-BE49-F238E27FC236}">
                      <a16:creationId xmlns:a16="http://schemas.microsoft.com/office/drawing/2014/main" id="{E4DF5AB0-92B8-4555-8BFE-FEB94F35CC73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181225" y="2171700"/>
                  <a:ext cx="723900" cy="727075"/>
                </a:xfrm>
                <a:custGeom>
                  <a:avLst/>
                  <a:gdLst>
                    <a:gd name="T0" fmla="*/ 168 w 192"/>
                    <a:gd name="T1" fmla="*/ 0 h 193"/>
                    <a:gd name="T2" fmla="*/ 24 w 192"/>
                    <a:gd name="T3" fmla="*/ 0 h 193"/>
                    <a:gd name="T4" fmla="*/ 0 w 192"/>
                    <a:gd name="T5" fmla="*/ 25 h 193"/>
                    <a:gd name="T6" fmla="*/ 0 w 192"/>
                    <a:gd name="T7" fmla="*/ 169 h 193"/>
                    <a:gd name="T8" fmla="*/ 24 w 192"/>
                    <a:gd name="T9" fmla="*/ 193 h 193"/>
                    <a:gd name="T10" fmla="*/ 168 w 192"/>
                    <a:gd name="T11" fmla="*/ 193 h 193"/>
                    <a:gd name="T12" fmla="*/ 192 w 192"/>
                    <a:gd name="T13" fmla="*/ 169 h 193"/>
                    <a:gd name="T14" fmla="*/ 192 w 192"/>
                    <a:gd name="T15" fmla="*/ 25 h 193"/>
                    <a:gd name="T16" fmla="*/ 168 w 192"/>
                    <a:gd name="T17" fmla="*/ 0 h 19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3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0" y="0"/>
                        <a:pt x="0" y="11"/>
                        <a:pt x="0" y="25"/>
                      </a:cubicBezTo>
                      <a:cubicBezTo>
                        <a:pt x="0" y="169"/>
                        <a:pt x="0" y="169"/>
                        <a:pt x="0" y="169"/>
                      </a:cubicBezTo>
                      <a:cubicBezTo>
                        <a:pt x="0" y="182"/>
                        <a:pt x="10" y="193"/>
                        <a:pt x="24" y="193"/>
                      </a:cubicBezTo>
                      <a:cubicBezTo>
                        <a:pt x="168" y="193"/>
                        <a:pt x="168" y="193"/>
                        <a:pt x="168" y="193"/>
                      </a:cubicBezTo>
                      <a:cubicBezTo>
                        <a:pt x="181" y="193"/>
                        <a:pt x="192" y="182"/>
                        <a:pt x="192" y="169"/>
                      </a:cubicBezTo>
                      <a:cubicBezTo>
                        <a:pt x="192" y="25"/>
                        <a:pt x="192" y="25"/>
                        <a:pt x="192" y="25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</p:grpSp>
          <p:sp>
            <p:nvSpPr>
              <p:cNvPr id="20" name="Freeform 25">
                <a:extLst>
                  <a:ext uri="{FF2B5EF4-FFF2-40B4-BE49-F238E27FC236}">
                    <a16:creationId xmlns:a16="http://schemas.microsoft.com/office/drawing/2014/main" id="{C904AC4F-21D6-40FC-874A-C69831B8A24B}"/>
                  </a:ext>
                </a:extLst>
              </p:cNvPr>
              <p:cNvSpPr>
                <a:spLocks/>
              </p:cNvSpPr>
              <p:nvPr/>
            </p:nvSpPr>
            <p:spPr bwMode="auto">
              <a:xfrm rot="5400000">
                <a:off x="7497092" y="3115886"/>
                <a:ext cx="146921" cy="128651"/>
              </a:xfrm>
              <a:custGeom>
                <a:avLst/>
                <a:gdLst>
                  <a:gd name="T0" fmla="*/ 504 w 896"/>
                  <a:gd name="T1" fmla="*/ 0 h 784"/>
                  <a:gd name="T2" fmla="*/ 116 w 896"/>
                  <a:gd name="T3" fmla="*/ 336 h 784"/>
                  <a:gd name="T4" fmla="*/ 0 w 896"/>
                  <a:gd name="T5" fmla="*/ 336 h 784"/>
                  <a:gd name="T6" fmla="*/ 168 w 896"/>
                  <a:gd name="T7" fmla="*/ 560 h 784"/>
                  <a:gd name="T8" fmla="*/ 336 w 896"/>
                  <a:gd name="T9" fmla="*/ 336 h 784"/>
                  <a:gd name="T10" fmla="*/ 230 w 896"/>
                  <a:gd name="T11" fmla="*/ 336 h 784"/>
                  <a:gd name="T12" fmla="*/ 504 w 896"/>
                  <a:gd name="T13" fmla="*/ 112 h 784"/>
                  <a:gd name="T14" fmla="*/ 784 w 896"/>
                  <a:gd name="T15" fmla="*/ 392 h 784"/>
                  <a:gd name="T16" fmla="*/ 504 w 896"/>
                  <a:gd name="T17" fmla="*/ 672 h 784"/>
                  <a:gd name="T18" fmla="*/ 504 w 896"/>
                  <a:gd name="T19" fmla="*/ 784 h 784"/>
                  <a:gd name="T20" fmla="*/ 896 w 896"/>
                  <a:gd name="T21" fmla="*/ 392 h 784"/>
                  <a:gd name="T22" fmla="*/ 504 w 896"/>
                  <a:gd name="T23" fmla="*/ 0 h 78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</a:cxnLst>
                <a:rect l="0" t="0" r="r" b="b"/>
                <a:pathLst>
                  <a:path w="896" h="784">
                    <a:moveTo>
                      <a:pt x="504" y="0"/>
                    </a:moveTo>
                    <a:cubicBezTo>
                      <a:pt x="307" y="0"/>
                      <a:pt x="144" y="146"/>
                      <a:pt x="116" y="336"/>
                    </a:cubicBezTo>
                    <a:cubicBezTo>
                      <a:pt x="0" y="336"/>
                      <a:pt x="0" y="336"/>
                      <a:pt x="0" y="336"/>
                    </a:cubicBezTo>
                    <a:cubicBezTo>
                      <a:pt x="168" y="560"/>
                      <a:pt x="168" y="560"/>
                      <a:pt x="168" y="560"/>
                    </a:cubicBezTo>
                    <a:cubicBezTo>
                      <a:pt x="336" y="336"/>
                      <a:pt x="336" y="336"/>
                      <a:pt x="336" y="336"/>
                    </a:cubicBezTo>
                    <a:cubicBezTo>
                      <a:pt x="230" y="336"/>
                      <a:pt x="230" y="336"/>
                      <a:pt x="230" y="336"/>
                    </a:cubicBezTo>
                    <a:cubicBezTo>
                      <a:pt x="256" y="208"/>
                      <a:pt x="369" y="112"/>
                      <a:pt x="504" y="112"/>
                    </a:cubicBezTo>
                    <a:cubicBezTo>
                      <a:pt x="658" y="112"/>
                      <a:pt x="784" y="238"/>
                      <a:pt x="784" y="392"/>
                    </a:cubicBezTo>
                    <a:cubicBezTo>
                      <a:pt x="784" y="546"/>
                      <a:pt x="658" y="672"/>
                      <a:pt x="504" y="672"/>
                    </a:cubicBezTo>
                    <a:cubicBezTo>
                      <a:pt x="504" y="784"/>
                      <a:pt x="504" y="784"/>
                      <a:pt x="504" y="784"/>
                    </a:cubicBezTo>
                    <a:cubicBezTo>
                      <a:pt x="721" y="784"/>
                      <a:pt x="896" y="609"/>
                      <a:pt x="896" y="392"/>
                    </a:cubicBezTo>
                    <a:cubicBezTo>
                      <a:pt x="896" y="175"/>
                      <a:pt x="721" y="0"/>
                      <a:pt x="504" y="0"/>
                    </a:cubicBezTo>
                    <a:close/>
                  </a:path>
                </a:pathLst>
              </a:custGeom>
              <a:solidFill>
                <a:schemeClr val="bg1">
                  <a:lumMod val="50000"/>
                </a:schemeClr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21" name="Oval 6">
                <a:extLst>
                  <a:ext uri="{FF2B5EF4-FFF2-40B4-BE49-F238E27FC236}">
                    <a16:creationId xmlns:a16="http://schemas.microsoft.com/office/drawing/2014/main" id="{008AEF74-0CB4-4F9D-941F-B3FDCFD4ACA6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655635" y="2814331"/>
                <a:ext cx="95903" cy="95276"/>
              </a:xfrm>
              <a:prstGeom prst="ellipse">
                <a:avLst/>
              </a:prstGeom>
              <a:solidFill>
                <a:schemeClr val="accent5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</p:grp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EFF43D9F-F201-460A-B5AB-10C4C6323FC9}"/>
                </a:ext>
              </a:extLst>
            </p:cNvPr>
            <p:cNvSpPr txBox="1"/>
            <p:nvPr/>
          </p:nvSpPr>
          <p:spPr>
            <a:xfrm>
              <a:off x="2391108" y="2996115"/>
              <a:ext cx="1593994" cy="39702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ru-RU" sz="900" dirty="0">
                  <a:solidFill>
                    <a:schemeClr val="tx1"/>
                  </a:solidFill>
                  <a:latin typeface="Poppins Light" charset="0"/>
                  <a:ea typeface="Poppins Light" charset="0"/>
                  <a:cs typeface="Poppins Light" charset="0"/>
                </a:rPr>
                <a:t>localhost:3130</a:t>
              </a:r>
            </a:p>
          </p:txBody>
        </p:sp>
        <p:sp>
          <p:nvSpPr>
            <p:cNvPr id="11" name="Freeform 29">
              <a:extLst>
                <a:ext uri="{FF2B5EF4-FFF2-40B4-BE49-F238E27FC236}">
                  <a16:creationId xmlns:a16="http://schemas.microsoft.com/office/drawing/2014/main" id="{773BAD95-B78D-42DD-A801-8B84C3BF5322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2269943" y="3130076"/>
              <a:ext cx="115372" cy="115448"/>
            </a:xfrm>
            <a:custGeom>
              <a:avLst/>
              <a:gdLst>
                <a:gd name="T0" fmla="*/ 0 w 636"/>
                <a:gd name="T1" fmla="*/ 318 h 636"/>
                <a:gd name="T2" fmla="*/ 636 w 636"/>
                <a:gd name="T3" fmla="*/ 318 h 636"/>
                <a:gd name="T4" fmla="*/ 594 w 636"/>
                <a:gd name="T5" fmla="*/ 308 h 636"/>
                <a:gd name="T6" fmla="*/ 448 w 636"/>
                <a:gd name="T7" fmla="*/ 179 h 636"/>
                <a:gd name="T8" fmla="*/ 594 w 636"/>
                <a:gd name="T9" fmla="*/ 308 h 636"/>
                <a:gd name="T10" fmla="*/ 223 w 636"/>
                <a:gd name="T11" fmla="*/ 486 h 636"/>
                <a:gd name="T12" fmla="*/ 308 w 636"/>
                <a:gd name="T13" fmla="*/ 594 h 636"/>
                <a:gd name="T14" fmla="*/ 329 w 636"/>
                <a:gd name="T15" fmla="*/ 42 h 636"/>
                <a:gd name="T16" fmla="*/ 328 w 636"/>
                <a:gd name="T17" fmla="*/ 184 h 636"/>
                <a:gd name="T18" fmla="*/ 329 w 636"/>
                <a:gd name="T19" fmla="*/ 42 h 636"/>
                <a:gd name="T20" fmla="*/ 510 w 636"/>
                <a:gd name="T21" fmla="*/ 119 h 636"/>
                <a:gd name="T22" fmla="*/ 363 w 636"/>
                <a:gd name="T23" fmla="*/ 45 h 636"/>
                <a:gd name="T24" fmla="*/ 308 w 636"/>
                <a:gd name="T25" fmla="*/ 184 h 636"/>
                <a:gd name="T26" fmla="*/ 307 w 636"/>
                <a:gd name="T27" fmla="*/ 42 h 636"/>
                <a:gd name="T28" fmla="*/ 196 w 636"/>
                <a:gd name="T29" fmla="*/ 160 h 636"/>
                <a:gd name="T30" fmla="*/ 273 w 636"/>
                <a:gd name="T31" fmla="*/ 45 h 636"/>
                <a:gd name="T32" fmla="*/ 207 w 636"/>
                <a:gd name="T33" fmla="*/ 186 h 636"/>
                <a:gd name="T34" fmla="*/ 308 w 636"/>
                <a:gd name="T35" fmla="*/ 308 h 636"/>
                <a:gd name="T36" fmla="*/ 207 w 636"/>
                <a:gd name="T37" fmla="*/ 186 h 636"/>
                <a:gd name="T38" fmla="*/ 308 w 636"/>
                <a:gd name="T39" fmla="*/ 452 h 636"/>
                <a:gd name="T40" fmla="*/ 185 w 636"/>
                <a:gd name="T41" fmla="*/ 328 h 636"/>
                <a:gd name="T42" fmla="*/ 273 w 636"/>
                <a:gd name="T43" fmla="*/ 591 h 636"/>
                <a:gd name="T44" fmla="*/ 204 w 636"/>
                <a:gd name="T45" fmla="*/ 493 h 636"/>
                <a:gd name="T46" fmla="*/ 328 w 636"/>
                <a:gd name="T47" fmla="*/ 594 h 636"/>
                <a:gd name="T48" fmla="*/ 413 w 636"/>
                <a:gd name="T49" fmla="*/ 486 h 636"/>
                <a:gd name="T50" fmla="*/ 328 w 636"/>
                <a:gd name="T51" fmla="*/ 594 h 636"/>
                <a:gd name="T52" fmla="*/ 498 w 636"/>
                <a:gd name="T53" fmla="*/ 528 h 636"/>
                <a:gd name="T54" fmla="*/ 432 w 636"/>
                <a:gd name="T55" fmla="*/ 493 h 636"/>
                <a:gd name="T56" fmla="*/ 328 w 636"/>
                <a:gd name="T57" fmla="*/ 452 h 636"/>
                <a:gd name="T58" fmla="*/ 451 w 636"/>
                <a:gd name="T59" fmla="*/ 328 h 636"/>
                <a:gd name="T60" fmla="*/ 328 w 636"/>
                <a:gd name="T61" fmla="*/ 308 h 636"/>
                <a:gd name="T62" fmla="*/ 429 w 636"/>
                <a:gd name="T63" fmla="*/ 186 h 636"/>
                <a:gd name="T64" fmla="*/ 328 w 636"/>
                <a:gd name="T65" fmla="*/ 308 h 636"/>
                <a:gd name="T66" fmla="*/ 188 w 636"/>
                <a:gd name="T67" fmla="*/ 179 h 636"/>
                <a:gd name="T68" fmla="*/ 42 w 636"/>
                <a:gd name="T69" fmla="*/ 308 h 636"/>
                <a:gd name="T70" fmla="*/ 42 w 636"/>
                <a:gd name="T71" fmla="*/ 328 h 636"/>
                <a:gd name="T72" fmla="*/ 195 w 636"/>
                <a:gd name="T73" fmla="*/ 475 h 636"/>
                <a:gd name="T74" fmla="*/ 42 w 636"/>
                <a:gd name="T75" fmla="*/ 328 h 636"/>
                <a:gd name="T76" fmla="*/ 441 w 636"/>
                <a:gd name="T77" fmla="*/ 475 h 636"/>
                <a:gd name="T78" fmla="*/ 594 w 636"/>
                <a:gd name="T79" fmla="*/ 328 h 6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</a:cxnLst>
              <a:rect l="0" t="0" r="r" b="b"/>
              <a:pathLst>
                <a:path w="636" h="636">
                  <a:moveTo>
                    <a:pt x="318" y="0"/>
                  </a:moveTo>
                  <a:cubicBezTo>
                    <a:pt x="142" y="0"/>
                    <a:pt x="0" y="142"/>
                    <a:pt x="0" y="318"/>
                  </a:cubicBezTo>
                  <a:cubicBezTo>
                    <a:pt x="0" y="494"/>
                    <a:pt x="142" y="636"/>
                    <a:pt x="318" y="636"/>
                  </a:cubicBezTo>
                  <a:cubicBezTo>
                    <a:pt x="494" y="636"/>
                    <a:pt x="636" y="494"/>
                    <a:pt x="636" y="318"/>
                  </a:cubicBezTo>
                  <a:cubicBezTo>
                    <a:pt x="636" y="142"/>
                    <a:pt x="494" y="0"/>
                    <a:pt x="318" y="0"/>
                  </a:cubicBezTo>
                  <a:close/>
                  <a:moveTo>
                    <a:pt x="594" y="308"/>
                  </a:moveTo>
                  <a:cubicBezTo>
                    <a:pt x="471" y="308"/>
                    <a:pt x="471" y="308"/>
                    <a:pt x="471" y="308"/>
                  </a:cubicBezTo>
                  <a:cubicBezTo>
                    <a:pt x="470" y="262"/>
                    <a:pt x="462" y="219"/>
                    <a:pt x="448" y="179"/>
                  </a:cubicBezTo>
                  <a:cubicBezTo>
                    <a:pt x="476" y="168"/>
                    <a:pt x="501" y="152"/>
                    <a:pt x="525" y="134"/>
                  </a:cubicBezTo>
                  <a:cubicBezTo>
                    <a:pt x="566" y="181"/>
                    <a:pt x="592" y="241"/>
                    <a:pt x="594" y="308"/>
                  </a:cubicBezTo>
                  <a:close/>
                  <a:moveTo>
                    <a:pt x="307" y="594"/>
                  </a:moveTo>
                  <a:cubicBezTo>
                    <a:pt x="273" y="566"/>
                    <a:pt x="244" y="529"/>
                    <a:pt x="223" y="486"/>
                  </a:cubicBezTo>
                  <a:cubicBezTo>
                    <a:pt x="250" y="478"/>
                    <a:pt x="278" y="473"/>
                    <a:pt x="308" y="472"/>
                  </a:cubicBezTo>
                  <a:cubicBezTo>
                    <a:pt x="308" y="594"/>
                    <a:pt x="308" y="594"/>
                    <a:pt x="308" y="594"/>
                  </a:cubicBezTo>
                  <a:cubicBezTo>
                    <a:pt x="307" y="594"/>
                    <a:pt x="307" y="594"/>
                    <a:pt x="307" y="594"/>
                  </a:cubicBezTo>
                  <a:close/>
                  <a:moveTo>
                    <a:pt x="329" y="42"/>
                  </a:moveTo>
                  <a:cubicBezTo>
                    <a:pt x="368" y="74"/>
                    <a:pt x="400" y="117"/>
                    <a:pt x="421" y="167"/>
                  </a:cubicBezTo>
                  <a:cubicBezTo>
                    <a:pt x="392" y="177"/>
                    <a:pt x="361" y="183"/>
                    <a:pt x="328" y="184"/>
                  </a:cubicBezTo>
                  <a:cubicBezTo>
                    <a:pt x="328" y="42"/>
                    <a:pt x="328" y="42"/>
                    <a:pt x="328" y="42"/>
                  </a:cubicBezTo>
                  <a:cubicBezTo>
                    <a:pt x="329" y="42"/>
                    <a:pt x="329" y="42"/>
                    <a:pt x="329" y="42"/>
                  </a:cubicBezTo>
                  <a:close/>
                  <a:moveTo>
                    <a:pt x="363" y="45"/>
                  </a:moveTo>
                  <a:cubicBezTo>
                    <a:pt x="420" y="55"/>
                    <a:pt x="471" y="81"/>
                    <a:pt x="510" y="119"/>
                  </a:cubicBezTo>
                  <a:cubicBezTo>
                    <a:pt x="489" y="136"/>
                    <a:pt x="466" y="150"/>
                    <a:pt x="440" y="160"/>
                  </a:cubicBezTo>
                  <a:cubicBezTo>
                    <a:pt x="421" y="116"/>
                    <a:pt x="395" y="77"/>
                    <a:pt x="363" y="45"/>
                  </a:cubicBezTo>
                  <a:close/>
                  <a:moveTo>
                    <a:pt x="308" y="42"/>
                  </a:moveTo>
                  <a:cubicBezTo>
                    <a:pt x="308" y="184"/>
                    <a:pt x="308" y="184"/>
                    <a:pt x="308" y="184"/>
                  </a:cubicBezTo>
                  <a:cubicBezTo>
                    <a:pt x="275" y="183"/>
                    <a:pt x="244" y="177"/>
                    <a:pt x="215" y="167"/>
                  </a:cubicBezTo>
                  <a:cubicBezTo>
                    <a:pt x="236" y="117"/>
                    <a:pt x="268" y="74"/>
                    <a:pt x="307" y="42"/>
                  </a:cubicBezTo>
                  <a:cubicBezTo>
                    <a:pt x="307" y="42"/>
                    <a:pt x="307" y="42"/>
                    <a:pt x="308" y="42"/>
                  </a:cubicBezTo>
                  <a:close/>
                  <a:moveTo>
                    <a:pt x="196" y="160"/>
                  </a:moveTo>
                  <a:cubicBezTo>
                    <a:pt x="171" y="150"/>
                    <a:pt x="147" y="136"/>
                    <a:pt x="126" y="119"/>
                  </a:cubicBezTo>
                  <a:cubicBezTo>
                    <a:pt x="165" y="81"/>
                    <a:pt x="216" y="55"/>
                    <a:pt x="273" y="45"/>
                  </a:cubicBezTo>
                  <a:cubicBezTo>
                    <a:pt x="241" y="77"/>
                    <a:pt x="215" y="116"/>
                    <a:pt x="196" y="160"/>
                  </a:cubicBezTo>
                  <a:close/>
                  <a:moveTo>
                    <a:pt x="207" y="186"/>
                  </a:moveTo>
                  <a:cubicBezTo>
                    <a:pt x="239" y="197"/>
                    <a:pt x="273" y="204"/>
                    <a:pt x="308" y="205"/>
                  </a:cubicBezTo>
                  <a:cubicBezTo>
                    <a:pt x="308" y="308"/>
                    <a:pt x="308" y="308"/>
                    <a:pt x="308" y="308"/>
                  </a:cubicBezTo>
                  <a:cubicBezTo>
                    <a:pt x="185" y="308"/>
                    <a:pt x="185" y="308"/>
                    <a:pt x="185" y="308"/>
                  </a:cubicBezTo>
                  <a:cubicBezTo>
                    <a:pt x="186" y="265"/>
                    <a:pt x="194" y="224"/>
                    <a:pt x="207" y="186"/>
                  </a:cubicBezTo>
                  <a:close/>
                  <a:moveTo>
                    <a:pt x="308" y="328"/>
                  </a:moveTo>
                  <a:cubicBezTo>
                    <a:pt x="308" y="452"/>
                    <a:pt x="308" y="452"/>
                    <a:pt x="308" y="452"/>
                  </a:cubicBezTo>
                  <a:cubicBezTo>
                    <a:pt x="275" y="453"/>
                    <a:pt x="244" y="458"/>
                    <a:pt x="215" y="468"/>
                  </a:cubicBezTo>
                  <a:cubicBezTo>
                    <a:pt x="197" y="425"/>
                    <a:pt x="186" y="378"/>
                    <a:pt x="185" y="328"/>
                  </a:cubicBezTo>
                  <a:lnTo>
                    <a:pt x="308" y="328"/>
                  </a:lnTo>
                  <a:close/>
                  <a:moveTo>
                    <a:pt x="273" y="591"/>
                  </a:moveTo>
                  <a:cubicBezTo>
                    <a:pt x="222" y="582"/>
                    <a:pt x="176" y="560"/>
                    <a:pt x="138" y="528"/>
                  </a:cubicBezTo>
                  <a:cubicBezTo>
                    <a:pt x="158" y="514"/>
                    <a:pt x="180" y="502"/>
                    <a:pt x="204" y="493"/>
                  </a:cubicBezTo>
                  <a:cubicBezTo>
                    <a:pt x="222" y="531"/>
                    <a:pt x="245" y="563"/>
                    <a:pt x="273" y="591"/>
                  </a:cubicBezTo>
                  <a:close/>
                  <a:moveTo>
                    <a:pt x="328" y="594"/>
                  </a:moveTo>
                  <a:cubicBezTo>
                    <a:pt x="328" y="472"/>
                    <a:pt x="328" y="472"/>
                    <a:pt x="328" y="472"/>
                  </a:cubicBezTo>
                  <a:cubicBezTo>
                    <a:pt x="358" y="473"/>
                    <a:pt x="386" y="478"/>
                    <a:pt x="413" y="486"/>
                  </a:cubicBezTo>
                  <a:cubicBezTo>
                    <a:pt x="392" y="529"/>
                    <a:pt x="363" y="566"/>
                    <a:pt x="329" y="594"/>
                  </a:cubicBezTo>
                  <a:cubicBezTo>
                    <a:pt x="329" y="594"/>
                    <a:pt x="329" y="594"/>
                    <a:pt x="328" y="594"/>
                  </a:cubicBezTo>
                  <a:close/>
                  <a:moveTo>
                    <a:pt x="432" y="493"/>
                  </a:moveTo>
                  <a:cubicBezTo>
                    <a:pt x="456" y="502"/>
                    <a:pt x="478" y="514"/>
                    <a:pt x="498" y="528"/>
                  </a:cubicBezTo>
                  <a:cubicBezTo>
                    <a:pt x="460" y="560"/>
                    <a:pt x="414" y="582"/>
                    <a:pt x="363" y="591"/>
                  </a:cubicBezTo>
                  <a:cubicBezTo>
                    <a:pt x="391" y="563"/>
                    <a:pt x="414" y="531"/>
                    <a:pt x="432" y="493"/>
                  </a:cubicBezTo>
                  <a:close/>
                  <a:moveTo>
                    <a:pt x="421" y="468"/>
                  </a:moveTo>
                  <a:cubicBezTo>
                    <a:pt x="392" y="458"/>
                    <a:pt x="361" y="453"/>
                    <a:pt x="328" y="452"/>
                  </a:cubicBezTo>
                  <a:cubicBezTo>
                    <a:pt x="328" y="328"/>
                    <a:pt x="328" y="328"/>
                    <a:pt x="328" y="328"/>
                  </a:cubicBezTo>
                  <a:cubicBezTo>
                    <a:pt x="451" y="328"/>
                    <a:pt x="451" y="328"/>
                    <a:pt x="451" y="328"/>
                  </a:cubicBezTo>
                  <a:cubicBezTo>
                    <a:pt x="450" y="378"/>
                    <a:pt x="439" y="425"/>
                    <a:pt x="421" y="468"/>
                  </a:cubicBezTo>
                  <a:close/>
                  <a:moveTo>
                    <a:pt x="328" y="308"/>
                  </a:moveTo>
                  <a:cubicBezTo>
                    <a:pt x="328" y="205"/>
                    <a:pt x="328" y="205"/>
                    <a:pt x="328" y="205"/>
                  </a:cubicBezTo>
                  <a:cubicBezTo>
                    <a:pt x="363" y="204"/>
                    <a:pt x="397" y="197"/>
                    <a:pt x="429" y="186"/>
                  </a:cubicBezTo>
                  <a:cubicBezTo>
                    <a:pt x="442" y="224"/>
                    <a:pt x="450" y="265"/>
                    <a:pt x="451" y="308"/>
                  </a:cubicBezTo>
                  <a:lnTo>
                    <a:pt x="328" y="308"/>
                  </a:lnTo>
                  <a:close/>
                  <a:moveTo>
                    <a:pt x="111" y="134"/>
                  </a:moveTo>
                  <a:cubicBezTo>
                    <a:pt x="135" y="152"/>
                    <a:pt x="160" y="168"/>
                    <a:pt x="188" y="179"/>
                  </a:cubicBezTo>
                  <a:cubicBezTo>
                    <a:pt x="174" y="219"/>
                    <a:pt x="166" y="262"/>
                    <a:pt x="165" y="308"/>
                  </a:cubicBezTo>
                  <a:cubicBezTo>
                    <a:pt x="42" y="308"/>
                    <a:pt x="42" y="308"/>
                    <a:pt x="42" y="308"/>
                  </a:cubicBezTo>
                  <a:cubicBezTo>
                    <a:pt x="44" y="241"/>
                    <a:pt x="70" y="181"/>
                    <a:pt x="111" y="134"/>
                  </a:cubicBezTo>
                  <a:close/>
                  <a:moveTo>
                    <a:pt x="42" y="328"/>
                  </a:moveTo>
                  <a:cubicBezTo>
                    <a:pt x="165" y="328"/>
                    <a:pt x="165" y="328"/>
                    <a:pt x="165" y="328"/>
                  </a:cubicBezTo>
                  <a:cubicBezTo>
                    <a:pt x="166" y="381"/>
                    <a:pt x="177" y="430"/>
                    <a:pt x="195" y="475"/>
                  </a:cubicBezTo>
                  <a:cubicBezTo>
                    <a:pt x="169" y="485"/>
                    <a:pt x="145" y="498"/>
                    <a:pt x="123" y="514"/>
                  </a:cubicBezTo>
                  <a:cubicBezTo>
                    <a:pt x="75" y="466"/>
                    <a:pt x="44" y="401"/>
                    <a:pt x="42" y="328"/>
                  </a:cubicBezTo>
                  <a:close/>
                  <a:moveTo>
                    <a:pt x="513" y="514"/>
                  </a:moveTo>
                  <a:cubicBezTo>
                    <a:pt x="491" y="498"/>
                    <a:pt x="467" y="485"/>
                    <a:pt x="441" y="475"/>
                  </a:cubicBezTo>
                  <a:cubicBezTo>
                    <a:pt x="459" y="430"/>
                    <a:pt x="470" y="381"/>
                    <a:pt x="471" y="328"/>
                  </a:cubicBezTo>
                  <a:cubicBezTo>
                    <a:pt x="594" y="328"/>
                    <a:pt x="594" y="328"/>
                    <a:pt x="594" y="328"/>
                  </a:cubicBezTo>
                  <a:cubicBezTo>
                    <a:pt x="592" y="401"/>
                    <a:pt x="561" y="466"/>
                    <a:pt x="513" y="514"/>
                  </a:cubicBezTo>
                  <a:close/>
                </a:path>
              </a:pathLst>
            </a:custGeom>
            <a:solidFill>
              <a:schemeClr val="bg1">
                <a:lumMod val="5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d-ID" dirty="0">
                <a:latin typeface="Lato Light"/>
              </a:endParaRPr>
            </a:p>
          </p:txBody>
        </p:sp>
      </p:grpSp>
      <p:grpSp>
        <p:nvGrpSpPr>
          <p:cNvPr id="31" name="Group 82">
            <a:extLst>
              <a:ext uri="{FF2B5EF4-FFF2-40B4-BE49-F238E27FC236}">
                <a16:creationId xmlns:a16="http://schemas.microsoft.com/office/drawing/2014/main" id="{476BE634-6695-4A59-B9FD-6815B89BADCA}"/>
              </a:ext>
            </a:extLst>
          </p:cNvPr>
          <p:cNvGrpSpPr>
            <a:grpSpLocks noChangeAspect="1"/>
          </p:cNvGrpSpPr>
          <p:nvPr/>
        </p:nvGrpSpPr>
        <p:grpSpPr>
          <a:xfrm>
            <a:off x="6794022" y="1149443"/>
            <a:ext cx="4267960" cy="2822929"/>
            <a:chOff x="1027152" y="2693983"/>
            <a:chExt cx="6796849" cy="4462905"/>
          </a:xfrm>
        </p:grpSpPr>
        <p:grpSp>
          <p:nvGrpSpPr>
            <p:cNvPr id="32" name="Group 83">
              <a:extLst>
                <a:ext uri="{FF2B5EF4-FFF2-40B4-BE49-F238E27FC236}">
                  <a16:creationId xmlns:a16="http://schemas.microsoft.com/office/drawing/2014/main" id="{F753F412-8864-4B46-BFBD-0C8E827679D2}"/>
                </a:ext>
              </a:extLst>
            </p:cNvPr>
            <p:cNvGrpSpPr/>
            <p:nvPr/>
          </p:nvGrpSpPr>
          <p:grpSpPr>
            <a:xfrm>
              <a:off x="1027152" y="2693983"/>
              <a:ext cx="6796849" cy="4462905"/>
              <a:chOff x="1027152" y="2693983"/>
              <a:chExt cx="6796849" cy="4462905"/>
            </a:xfrm>
          </p:grpSpPr>
          <p:sp>
            <p:nvSpPr>
              <p:cNvPr id="35" name="AutoShape 1">
                <a:extLst>
                  <a:ext uri="{FF2B5EF4-FFF2-40B4-BE49-F238E27FC236}">
                    <a16:creationId xmlns:a16="http://schemas.microsoft.com/office/drawing/2014/main" id="{48F16F12-B004-4ABE-AAA8-42D597EFDA9A}"/>
                  </a:ext>
                </a:extLst>
              </p:cNvPr>
              <p:cNvSpPr>
                <a:spLocks noChangeAspect="1"/>
              </p:cNvSpPr>
              <p:nvPr/>
            </p:nvSpPr>
            <p:spPr bwMode="auto">
              <a:xfrm>
                <a:off x="1029339" y="2693983"/>
                <a:ext cx="6794662" cy="4462905"/>
              </a:xfrm>
              <a:prstGeom prst="roundRect">
                <a:avLst>
                  <a:gd name="adj" fmla="val 1292"/>
                </a:avLst>
              </a:prstGeom>
              <a:solidFill>
                <a:schemeClr val="accent5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  <a:effectLst>
                <a:outerShdw blurRad="50800" dist="38100" dir="5400000" algn="t" rotWithShape="0">
                  <a:prstClr val="black">
                    <a:alpha val="40000"/>
                  </a:prstClr>
                </a:outerShdw>
              </a:effectLst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36" name="Rectangle 2">
                <a:extLst>
                  <a:ext uri="{FF2B5EF4-FFF2-40B4-BE49-F238E27FC236}">
                    <a16:creationId xmlns:a16="http://schemas.microsoft.com/office/drawing/2014/main" id="{92CE4B65-6103-4C38-92A7-2A427C04B8BE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027152" y="3024940"/>
                <a:ext cx="6794663" cy="315914"/>
              </a:xfrm>
              <a:prstGeom prst="rect">
                <a:avLst/>
              </a:prstGeom>
              <a:solidFill>
                <a:schemeClr val="accent6">
                  <a:lumMod val="50000"/>
                </a:schemeClr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37" name="AutoShape 3">
                <a:extLst>
                  <a:ext uri="{FF2B5EF4-FFF2-40B4-BE49-F238E27FC236}">
                    <a16:creationId xmlns:a16="http://schemas.microsoft.com/office/drawing/2014/main" id="{297699FF-7AA4-40F4-81BC-DF7B89B3F7DF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035351" y="2779230"/>
                <a:ext cx="2717865" cy="561624"/>
              </a:xfrm>
              <a:prstGeom prst="roundRect">
                <a:avLst>
                  <a:gd name="adj" fmla="val 11986"/>
                </a:avLst>
              </a:prstGeom>
              <a:solidFill>
                <a:schemeClr val="accent6">
                  <a:lumMod val="50000"/>
                </a:schemeClr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38" name="Oval 4">
                <a:extLst>
                  <a:ext uri="{FF2B5EF4-FFF2-40B4-BE49-F238E27FC236}">
                    <a16:creationId xmlns:a16="http://schemas.microsoft.com/office/drawing/2014/main" id="{D68B6E0E-D3C7-4493-A31B-8207DAE9C22D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137753" y="2814331"/>
                <a:ext cx="95903" cy="95276"/>
              </a:xfrm>
              <a:prstGeom prst="ellipse">
                <a:avLst/>
              </a:prstGeom>
              <a:solidFill>
                <a:schemeClr val="accent2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39" name="Oval 5">
                <a:extLst>
                  <a:ext uri="{FF2B5EF4-FFF2-40B4-BE49-F238E27FC236}">
                    <a16:creationId xmlns:a16="http://schemas.microsoft.com/office/drawing/2014/main" id="{AA3A8A3A-E81C-4F16-9EA2-9F11A9775EE0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307620" y="2814331"/>
                <a:ext cx="95903" cy="95276"/>
              </a:xfrm>
              <a:prstGeom prst="ellipse">
                <a:avLst/>
              </a:prstGeom>
              <a:solidFill>
                <a:schemeClr val="accent3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40" name="Oval 6">
                <a:extLst>
                  <a:ext uri="{FF2B5EF4-FFF2-40B4-BE49-F238E27FC236}">
                    <a16:creationId xmlns:a16="http://schemas.microsoft.com/office/drawing/2014/main" id="{539165D2-E0B0-4B91-BDF2-5FF535A7206B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477486" y="2814331"/>
                <a:ext cx="95903" cy="95276"/>
              </a:xfrm>
              <a:prstGeom prst="ellipse">
                <a:avLst/>
              </a:prstGeom>
              <a:solidFill>
                <a:schemeClr val="accent4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41" name="Rectangle 92">
                <a:extLst>
                  <a:ext uri="{FF2B5EF4-FFF2-40B4-BE49-F238E27FC236}">
                    <a16:creationId xmlns:a16="http://schemas.microsoft.com/office/drawing/2014/main" id="{B58995FD-774E-443F-8F74-D69C353CA9C0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205844" y="3085114"/>
                <a:ext cx="5104773" cy="200580"/>
              </a:xfrm>
              <a:prstGeom prst="rect">
                <a:avLst/>
              </a:prstGeom>
              <a:solidFill>
                <a:srgbClr val="FFFFFF"/>
              </a:solidFill>
              <a:ln w="25400" cap="flat">
                <a:solidFill>
                  <a:srgbClr val="B3B3B3"/>
                </a:solidFill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grpSp>
            <p:nvGrpSpPr>
              <p:cNvPr id="42" name="Group 93">
                <a:extLst>
                  <a:ext uri="{FF2B5EF4-FFF2-40B4-BE49-F238E27FC236}">
                    <a16:creationId xmlns:a16="http://schemas.microsoft.com/office/drawing/2014/main" id="{022AA45E-1A3D-4A3B-B08F-4D64E6102BF2}"/>
                  </a:ext>
                </a:extLst>
              </p:cNvPr>
              <p:cNvGrpSpPr/>
              <p:nvPr/>
            </p:nvGrpSpPr>
            <p:grpSpPr>
              <a:xfrm>
                <a:off x="7494380" y="2779230"/>
                <a:ext cx="155357" cy="155272"/>
                <a:chOff x="4763" y="0"/>
                <a:chExt cx="2900362" cy="2898775"/>
              </a:xfrm>
              <a:solidFill>
                <a:schemeClr val="bg1">
                  <a:lumMod val="50000"/>
                </a:schemeClr>
              </a:solidFill>
            </p:grpSpPr>
            <p:sp>
              <p:nvSpPr>
                <p:cNvPr id="45" name="Freeform 13">
                  <a:extLst>
                    <a:ext uri="{FF2B5EF4-FFF2-40B4-BE49-F238E27FC236}">
                      <a16:creationId xmlns:a16="http://schemas.microsoft.com/office/drawing/2014/main" id="{2EE8F120-DDD5-495E-8097-10825D0A1E6D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4763" y="0"/>
                  <a:ext cx="727075" cy="722313"/>
                </a:xfrm>
                <a:custGeom>
                  <a:avLst/>
                  <a:gdLst>
                    <a:gd name="T0" fmla="*/ 168 w 193"/>
                    <a:gd name="T1" fmla="*/ 0 h 192"/>
                    <a:gd name="T2" fmla="*/ 24 w 193"/>
                    <a:gd name="T3" fmla="*/ 0 h 192"/>
                    <a:gd name="T4" fmla="*/ 0 w 193"/>
                    <a:gd name="T5" fmla="*/ 24 h 192"/>
                    <a:gd name="T6" fmla="*/ 0 w 193"/>
                    <a:gd name="T7" fmla="*/ 168 h 192"/>
                    <a:gd name="T8" fmla="*/ 24 w 193"/>
                    <a:gd name="T9" fmla="*/ 192 h 192"/>
                    <a:gd name="T10" fmla="*/ 168 w 193"/>
                    <a:gd name="T11" fmla="*/ 192 h 192"/>
                    <a:gd name="T12" fmla="*/ 193 w 193"/>
                    <a:gd name="T13" fmla="*/ 168 h 192"/>
                    <a:gd name="T14" fmla="*/ 193 w 193"/>
                    <a:gd name="T15" fmla="*/ 24 h 192"/>
                    <a:gd name="T16" fmla="*/ 168 w 193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3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2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2" y="192"/>
                        <a:pt x="193" y="182"/>
                        <a:pt x="193" y="168"/>
                      </a:cubicBezTo>
                      <a:cubicBezTo>
                        <a:pt x="193" y="24"/>
                        <a:pt x="193" y="24"/>
                        <a:pt x="193" y="24"/>
                      </a:cubicBezTo>
                      <a:cubicBezTo>
                        <a:pt x="193" y="11"/>
                        <a:pt x="182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46" name="Freeform 14">
                  <a:extLst>
                    <a:ext uri="{FF2B5EF4-FFF2-40B4-BE49-F238E27FC236}">
                      <a16:creationId xmlns:a16="http://schemas.microsoft.com/office/drawing/2014/main" id="{899F88D3-5C91-4BBA-BE63-9371B4B356C8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4763" y="1087438"/>
                  <a:ext cx="727075" cy="722313"/>
                </a:xfrm>
                <a:custGeom>
                  <a:avLst/>
                  <a:gdLst>
                    <a:gd name="T0" fmla="*/ 168 w 193"/>
                    <a:gd name="T1" fmla="*/ 0 h 192"/>
                    <a:gd name="T2" fmla="*/ 24 w 193"/>
                    <a:gd name="T3" fmla="*/ 0 h 192"/>
                    <a:gd name="T4" fmla="*/ 0 w 193"/>
                    <a:gd name="T5" fmla="*/ 24 h 192"/>
                    <a:gd name="T6" fmla="*/ 0 w 193"/>
                    <a:gd name="T7" fmla="*/ 168 h 192"/>
                    <a:gd name="T8" fmla="*/ 24 w 193"/>
                    <a:gd name="T9" fmla="*/ 192 h 192"/>
                    <a:gd name="T10" fmla="*/ 168 w 193"/>
                    <a:gd name="T11" fmla="*/ 192 h 192"/>
                    <a:gd name="T12" fmla="*/ 193 w 193"/>
                    <a:gd name="T13" fmla="*/ 168 h 192"/>
                    <a:gd name="T14" fmla="*/ 193 w 193"/>
                    <a:gd name="T15" fmla="*/ 24 h 192"/>
                    <a:gd name="T16" fmla="*/ 168 w 193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3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1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2" y="192"/>
                        <a:pt x="193" y="181"/>
                        <a:pt x="193" y="168"/>
                      </a:cubicBezTo>
                      <a:cubicBezTo>
                        <a:pt x="193" y="24"/>
                        <a:pt x="193" y="24"/>
                        <a:pt x="193" y="24"/>
                      </a:cubicBezTo>
                      <a:cubicBezTo>
                        <a:pt x="193" y="11"/>
                        <a:pt x="182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47" name="Freeform 15">
                  <a:extLst>
                    <a:ext uri="{FF2B5EF4-FFF2-40B4-BE49-F238E27FC236}">
                      <a16:creationId xmlns:a16="http://schemas.microsoft.com/office/drawing/2014/main" id="{C1C5DCC2-9B40-4DA3-AB2F-ED9C5D891CE6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4763" y="2171700"/>
                  <a:ext cx="727075" cy="727075"/>
                </a:xfrm>
                <a:custGeom>
                  <a:avLst/>
                  <a:gdLst>
                    <a:gd name="T0" fmla="*/ 168 w 193"/>
                    <a:gd name="T1" fmla="*/ 0 h 193"/>
                    <a:gd name="T2" fmla="*/ 24 w 193"/>
                    <a:gd name="T3" fmla="*/ 0 h 193"/>
                    <a:gd name="T4" fmla="*/ 0 w 193"/>
                    <a:gd name="T5" fmla="*/ 25 h 193"/>
                    <a:gd name="T6" fmla="*/ 0 w 193"/>
                    <a:gd name="T7" fmla="*/ 169 h 193"/>
                    <a:gd name="T8" fmla="*/ 24 w 193"/>
                    <a:gd name="T9" fmla="*/ 193 h 193"/>
                    <a:gd name="T10" fmla="*/ 168 w 193"/>
                    <a:gd name="T11" fmla="*/ 193 h 193"/>
                    <a:gd name="T12" fmla="*/ 193 w 193"/>
                    <a:gd name="T13" fmla="*/ 169 h 193"/>
                    <a:gd name="T14" fmla="*/ 193 w 193"/>
                    <a:gd name="T15" fmla="*/ 25 h 193"/>
                    <a:gd name="T16" fmla="*/ 168 w 193"/>
                    <a:gd name="T17" fmla="*/ 0 h 19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3" h="193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5"/>
                      </a:cubicBezTo>
                      <a:cubicBezTo>
                        <a:pt x="0" y="169"/>
                        <a:pt x="0" y="169"/>
                        <a:pt x="0" y="169"/>
                      </a:cubicBezTo>
                      <a:cubicBezTo>
                        <a:pt x="0" y="182"/>
                        <a:pt x="11" y="193"/>
                        <a:pt x="24" y="193"/>
                      </a:cubicBezTo>
                      <a:cubicBezTo>
                        <a:pt x="168" y="193"/>
                        <a:pt x="168" y="193"/>
                        <a:pt x="168" y="193"/>
                      </a:cubicBezTo>
                      <a:cubicBezTo>
                        <a:pt x="182" y="193"/>
                        <a:pt x="193" y="182"/>
                        <a:pt x="193" y="169"/>
                      </a:cubicBezTo>
                      <a:cubicBezTo>
                        <a:pt x="193" y="25"/>
                        <a:pt x="193" y="25"/>
                        <a:pt x="193" y="25"/>
                      </a:cubicBezTo>
                      <a:cubicBezTo>
                        <a:pt x="193" y="11"/>
                        <a:pt x="182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48" name="Freeform 16">
                  <a:extLst>
                    <a:ext uri="{FF2B5EF4-FFF2-40B4-BE49-F238E27FC236}">
                      <a16:creationId xmlns:a16="http://schemas.microsoft.com/office/drawing/2014/main" id="{0721D991-881C-4DBE-AF30-E47AE304B7B5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093788" y="0"/>
                  <a:ext cx="722312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2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2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49" name="Freeform 17">
                  <a:extLst>
                    <a:ext uri="{FF2B5EF4-FFF2-40B4-BE49-F238E27FC236}">
                      <a16:creationId xmlns:a16="http://schemas.microsoft.com/office/drawing/2014/main" id="{97111254-2A6F-40F4-8741-1C703E43B986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093788" y="1087438"/>
                  <a:ext cx="722312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1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1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50" name="Freeform 18">
                  <a:extLst>
                    <a:ext uri="{FF2B5EF4-FFF2-40B4-BE49-F238E27FC236}">
                      <a16:creationId xmlns:a16="http://schemas.microsoft.com/office/drawing/2014/main" id="{3448ADF5-3363-4495-90EA-D3397EA0A37A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093788" y="2171700"/>
                  <a:ext cx="722312" cy="727075"/>
                </a:xfrm>
                <a:custGeom>
                  <a:avLst/>
                  <a:gdLst>
                    <a:gd name="T0" fmla="*/ 168 w 192"/>
                    <a:gd name="T1" fmla="*/ 0 h 193"/>
                    <a:gd name="T2" fmla="*/ 24 w 192"/>
                    <a:gd name="T3" fmla="*/ 0 h 193"/>
                    <a:gd name="T4" fmla="*/ 0 w 192"/>
                    <a:gd name="T5" fmla="*/ 25 h 193"/>
                    <a:gd name="T6" fmla="*/ 0 w 192"/>
                    <a:gd name="T7" fmla="*/ 169 h 193"/>
                    <a:gd name="T8" fmla="*/ 24 w 192"/>
                    <a:gd name="T9" fmla="*/ 193 h 193"/>
                    <a:gd name="T10" fmla="*/ 168 w 192"/>
                    <a:gd name="T11" fmla="*/ 193 h 193"/>
                    <a:gd name="T12" fmla="*/ 192 w 192"/>
                    <a:gd name="T13" fmla="*/ 169 h 193"/>
                    <a:gd name="T14" fmla="*/ 192 w 192"/>
                    <a:gd name="T15" fmla="*/ 25 h 193"/>
                    <a:gd name="T16" fmla="*/ 168 w 192"/>
                    <a:gd name="T17" fmla="*/ 0 h 19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3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5"/>
                      </a:cubicBezTo>
                      <a:cubicBezTo>
                        <a:pt x="0" y="169"/>
                        <a:pt x="0" y="169"/>
                        <a:pt x="0" y="169"/>
                      </a:cubicBezTo>
                      <a:cubicBezTo>
                        <a:pt x="0" y="182"/>
                        <a:pt x="11" y="193"/>
                        <a:pt x="24" y="193"/>
                      </a:cubicBezTo>
                      <a:cubicBezTo>
                        <a:pt x="168" y="193"/>
                        <a:pt x="168" y="193"/>
                        <a:pt x="168" y="193"/>
                      </a:cubicBezTo>
                      <a:cubicBezTo>
                        <a:pt x="181" y="193"/>
                        <a:pt x="192" y="182"/>
                        <a:pt x="192" y="169"/>
                      </a:cubicBezTo>
                      <a:cubicBezTo>
                        <a:pt x="192" y="25"/>
                        <a:pt x="192" y="25"/>
                        <a:pt x="192" y="25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51" name="Freeform 19">
                  <a:extLst>
                    <a:ext uri="{FF2B5EF4-FFF2-40B4-BE49-F238E27FC236}">
                      <a16:creationId xmlns:a16="http://schemas.microsoft.com/office/drawing/2014/main" id="{A11FFFD8-A688-46DB-9518-83D23CB9AE91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181225" y="0"/>
                  <a:ext cx="723900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0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2"/>
                        <a:pt x="10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2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52" name="Freeform 20">
                  <a:extLst>
                    <a:ext uri="{FF2B5EF4-FFF2-40B4-BE49-F238E27FC236}">
                      <a16:creationId xmlns:a16="http://schemas.microsoft.com/office/drawing/2014/main" id="{3B48C2AB-505E-4332-A44A-9D533A650440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181225" y="1087438"/>
                  <a:ext cx="723900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0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1"/>
                        <a:pt x="10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1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53" name="Freeform 21">
                  <a:extLst>
                    <a:ext uri="{FF2B5EF4-FFF2-40B4-BE49-F238E27FC236}">
                      <a16:creationId xmlns:a16="http://schemas.microsoft.com/office/drawing/2014/main" id="{EBFBAB80-64C2-4E27-A1CC-A218E6C3562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181225" y="2171700"/>
                  <a:ext cx="723900" cy="727075"/>
                </a:xfrm>
                <a:custGeom>
                  <a:avLst/>
                  <a:gdLst>
                    <a:gd name="T0" fmla="*/ 168 w 192"/>
                    <a:gd name="T1" fmla="*/ 0 h 193"/>
                    <a:gd name="T2" fmla="*/ 24 w 192"/>
                    <a:gd name="T3" fmla="*/ 0 h 193"/>
                    <a:gd name="T4" fmla="*/ 0 w 192"/>
                    <a:gd name="T5" fmla="*/ 25 h 193"/>
                    <a:gd name="T6" fmla="*/ 0 w 192"/>
                    <a:gd name="T7" fmla="*/ 169 h 193"/>
                    <a:gd name="T8" fmla="*/ 24 w 192"/>
                    <a:gd name="T9" fmla="*/ 193 h 193"/>
                    <a:gd name="T10" fmla="*/ 168 w 192"/>
                    <a:gd name="T11" fmla="*/ 193 h 193"/>
                    <a:gd name="T12" fmla="*/ 192 w 192"/>
                    <a:gd name="T13" fmla="*/ 169 h 193"/>
                    <a:gd name="T14" fmla="*/ 192 w 192"/>
                    <a:gd name="T15" fmla="*/ 25 h 193"/>
                    <a:gd name="T16" fmla="*/ 168 w 192"/>
                    <a:gd name="T17" fmla="*/ 0 h 19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3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0" y="0"/>
                        <a:pt x="0" y="11"/>
                        <a:pt x="0" y="25"/>
                      </a:cubicBezTo>
                      <a:cubicBezTo>
                        <a:pt x="0" y="169"/>
                        <a:pt x="0" y="169"/>
                        <a:pt x="0" y="169"/>
                      </a:cubicBezTo>
                      <a:cubicBezTo>
                        <a:pt x="0" y="182"/>
                        <a:pt x="10" y="193"/>
                        <a:pt x="24" y="193"/>
                      </a:cubicBezTo>
                      <a:cubicBezTo>
                        <a:pt x="168" y="193"/>
                        <a:pt x="168" y="193"/>
                        <a:pt x="168" y="193"/>
                      </a:cubicBezTo>
                      <a:cubicBezTo>
                        <a:pt x="181" y="193"/>
                        <a:pt x="192" y="182"/>
                        <a:pt x="192" y="169"/>
                      </a:cubicBezTo>
                      <a:cubicBezTo>
                        <a:pt x="192" y="25"/>
                        <a:pt x="192" y="25"/>
                        <a:pt x="192" y="25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</p:grpSp>
          <p:sp>
            <p:nvSpPr>
              <p:cNvPr id="43" name="Freeform 25">
                <a:extLst>
                  <a:ext uri="{FF2B5EF4-FFF2-40B4-BE49-F238E27FC236}">
                    <a16:creationId xmlns:a16="http://schemas.microsoft.com/office/drawing/2014/main" id="{27106E3B-5EE5-442B-87E5-0B8163B99979}"/>
                  </a:ext>
                </a:extLst>
              </p:cNvPr>
              <p:cNvSpPr>
                <a:spLocks/>
              </p:cNvSpPr>
              <p:nvPr/>
            </p:nvSpPr>
            <p:spPr bwMode="auto">
              <a:xfrm rot="5400000">
                <a:off x="7497092" y="3115886"/>
                <a:ext cx="146921" cy="128651"/>
              </a:xfrm>
              <a:custGeom>
                <a:avLst/>
                <a:gdLst>
                  <a:gd name="T0" fmla="*/ 504 w 896"/>
                  <a:gd name="T1" fmla="*/ 0 h 784"/>
                  <a:gd name="T2" fmla="*/ 116 w 896"/>
                  <a:gd name="T3" fmla="*/ 336 h 784"/>
                  <a:gd name="T4" fmla="*/ 0 w 896"/>
                  <a:gd name="T5" fmla="*/ 336 h 784"/>
                  <a:gd name="T6" fmla="*/ 168 w 896"/>
                  <a:gd name="T7" fmla="*/ 560 h 784"/>
                  <a:gd name="T8" fmla="*/ 336 w 896"/>
                  <a:gd name="T9" fmla="*/ 336 h 784"/>
                  <a:gd name="T10" fmla="*/ 230 w 896"/>
                  <a:gd name="T11" fmla="*/ 336 h 784"/>
                  <a:gd name="T12" fmla="*/ 504 w 896"/>
                  <a:gd name="T13" fmla="*/ 112 h 784"/>
                  <a:gd name="T14" fmla="*/ 784 w 896"/>
                  <a:gd name="T15" fmla="*/ 392 h 784"/>
                  <a:gd name="T16" fmla="*/ 504 w 896"/>
                  <a:gd name="T17" fmla="*/ 672 h 784"/>
                  <a:gd name="T18" fmla="*/ 504 w 896"/>
                  <a:gd name="T19" fmla="*/ 784 h 784"/>
                  <a:gd name="T20" fmla="*/ 896 w 896"/>
                  <a:gd name="T21" fmla="*/ 392 h 784"/>
                  <a:gd name="T22" fmla="*/ 504 w 896"/>
                  <a:gd name="T23" fmla="*/ 0 h 78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</a:cxnLst>
                <a:rect l="0" t="0" r="r" b="b"/>
                <a:pathLst>
                  <a:path w="896" h="784">
                    <a:moveTo>
                      <a:pt x="504" y="0"/>
                    </a:moveTo>
                    <a:cubicBezTo>
                      <a:pt x="307" y="0"/>
                      <a:pt x="144" y="146"/>
                      <a:pt x="116" y="336"/>
                    </a:cubicBezTo>
                    <a:cubicBezTo>
                      <a:pt x="0" y="336"/>
                      <a:pt x="0" y="336"/>
                      <a:pt x="0" y="336"/>
                    </a:cubicBezTo>
                    <a:cubicBezTo>
                      <a:pt x="168" y="560"/>
                      <a:pt x="168" y="560"/>
                      <a:pt x="168" y="560"/>
                    </a:cubicBezTo>
                    <a:cubicBezTo>
                      <a:pt x="336" y="336"/>
                      <a:pt x="336" y="336"/>
                      <a:pt x="336" y="336"/>
                    </a:cubicBezTo>
                    <a:cubicBezTo>
                      <a:pt x="230" y="336"/>
                      <a:pt x="230" y="336"/>
                      <a:pt x="230" y="336"/>
                    </a:cubicBezTo>
                    <a:cubicBezTo>
                      <a:pt x="256" y="208"/>
                      <a:pt x="369" y="112"/>
                      <a:pt x="504" y="112"/>
                    </a:cubicBezTo>
                    <a:cubicBezTo>
                      <a:pt x="658" y="112"/>
                      <a:pt x="784" y="238"/>
                      <a:pt x="784" y="392"/>
                    </a:cubicBezTo>
                    <a:cubicBezTo>
                      <a:pt x="784" y="546"/>
                      <a:pt x="658" y="672"/>
                      <a:pt x="504" y="672"/>
                    </a:cubicBezTo>
                    <a:cubicBezTo>
                      <a:pt x="504" y="784"/>
                      <a:pt x="504" y="784"/>
                      <a:pt x="504" y="784"/>
                    </a:cubicBezTo>
                    <a:cubicBezTo>
                      <a:pt x="721" y="784"/>
                      <a:pt x="896" y="609"/>
                      <a:pt x="896" y="392"/>
                    </a:cubicBezTo>
                    <a:cubicBezTo>
                      <a:pt x="896" y="175"/>
                      <a:pt x="721" y="0"/>
                      <a:pt x="504" y="0"/>
                    </a:cubicBezTo>
                    <a:close/>
                  </a:path>
                </a:pathLst>
              </a:custGeom>
              <a:solidFill>
                <a:schemeClr val="bg1">
                  <a:lumMod val="50000"/>
                </a:schemeClr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44" name="Oval 6">
                <a:extLst>
                  <a:ext uri="{FF2B5EF4-FFF2-40B4-BE49-F238E27FC236}">
                    <a16:creationId xmlns:a16="http://schemas.microsoft.com/office/drawing/2014/main" id="{AFFAA0AD-114A-4831-ACE3-B8C4258E3CB5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655635" y="2814331"/>
                <a:ext cx="95903" cy="95276"/>
              </a:xfrm>
              <a:prstGeom prst="ellipse">
                <a:avLst/>
              </a:prstGeom>
              <a:solidFill>
                <a:schemeClr val="accent5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</p:grp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44BEAEF8-91EF-49C8-A667-2BC7D51C2397}"/>
                </a:ext>
              </a:extLst>
            </p:cNvPr>
            <p:cNvSpPr txBox="1"/>
            <p:nvPr/>
          </p:nvSpPr>
          <p:spPr>
            <a:xfrm>
              <a:off x="2391108" y="2996115"/>
              <a:ext cx="1593994" cy="39702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ru-RU" sz="900" dirty="0">
                  <a:solidFill>
                    <a:schemeClr val="tx1"/>
                  </a:solidFill>
                  <a:latin typeface="Poppins Light" charset="0"/>
                  <a:ea typeface="Poppins Light" charset="0"/>
                  <a:cs typeface="Poppins Light" charset="0"/>
                </a:rPr>
                <a:t>localhost:3130</a:t>
              </a:r>
            </a:p>
          </p:txBody>
        </p:sp>
        <p:sp>
          <p:nvSpPr>
            <p:cNvPr id="34" name="Freeform 29">
              <a:extLst>
                <a:ext uri="{FF2B5EF4-FFF2-40B4-BE49-F238E27FC236}">
                  <a16:creationId xmlns:a16="http://schemas.microsoft.com/office/drawing/2014/main" id="{1C88632E-4E09-404A-9868-C0997FA11EAD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2269943" y="3130076"/>
              <a:ext cx="115372" cy="115448"/>
            </a:xfrm>
            <a:custGeom>
              <a:avLst/>
              <a:gdLst>
                <a:gd name="T0" fmla="*/ 0 w 636"/>
                <a:gd name="T1" fmla="*/ 318 h 636"/>
                <a:gd name="T2" fmla="*/ 636 w 636"/>
                <a:gd name="T3" fmla="*/ 318 h 636"/>
                <a:gd name="T4" fmla="*/ 594 w 636"/>
                <a:gd name="T5" fmla="*/ 308 h 636"/>
                <a:gd name="T6" fmla="*/ 448 w 636"/>
                <a:gd name="T7" fmla="*/ 179 h 636"/>
                <a:gd name="T8" fmla="*/ 594 w 636"/>
                <a:gd name="T9" fmla="*/ 308 h 636"/>
                <a:gd name="T10" fmla="*/ 223 w 636"/>
                <a:gd name="T11" fmla="*/ 486 h 636"/>
                <a:gd name="T12" fmla="*/ 308 w 636"/>
                <a:gd name="T13" fmla="*/ 594 h 636"/>
                <a:gd name="T14" fmla="*/ 329 w 636"/>
                <a:gd name="T15" fmla="*/ 42 h 636"/>
                <a:gd name="T16" fmla="*/ 328 w 636"/>
                <a:gd name="T17" fmla="*/ 184 h 636"/>
                <a:gd name="T18" fmla="*/ 329 w 636"/>
                <a:gd name="T19" fmla="*/ 42 h 636"/>
                <a:gd name="T20" fmla="*/ 510 w 636"/>
                <a:gd name="T21" fmla="*/ 119 h 636"/>
                <a:gd name="T22" fmla="*/ 363 w 636"/>
                <a:gd name="T23" fmla="*/ 45 h 636"/>
                <a:gd name="T24" fmla="*/ 308 w 636"/>
                <a:gd name="T25" fmla="*/ 184 h 636"/>
                <a:gd name="T26" fmla="*/ 307 w 636"/>
                <a:gd name="T27" fmla="*/ 42 h 636"/>
                <a:gd name="T28" fmla="*/ 196 w 636"/>
                <a:gd name="T29" fmla="*/ 160 h 636"/>
                <a:gd name="T30" fmla="*/ 273 w 636"/>
                <a:gd name="T31" fmla="*/ 45 h 636"/>
                <a:gd name="T32" fmla="*/ 207 w 636"/>
                <a:gd name="T33" fmla="*/ 186 h 636"/>
                <a:gd name="T34" fmla="*/ 308 w 636"/>
                <a:gd name="T35" fmla="*/ 308 h 636"/>
                <a:gd name="T36" fmla="*/ 207 w 636"/>
                <a:gd name="T37" fmla="*/ 186 h 636"/>
                <a:gd name="T38" fmla="*/ 308 w 636"/>
                <a:gd name="T39" fmla="*/ 452 h 636"/>
                <a:gd name="T40" fmla="*/ 185 w 636"/>
                <a:gd name="T41" fmla="*/ 328 h 636"/>
                <a:gd name="T42" fmla="*/ 273 w 636"/>
                <a:gd name="T43" fmla="*/ 591 h 636"/>
                <a:gd name="T44" fmla="*/ 204 w 636"/>
                <a:gd name="T45" fmla="*/ 493 h 636"/>
                <a:gd name="T46" fmla="*/ 328 w 636"/>
                <a:gd name="T47" fmla="*/ 594 h 636"/>
                <a:gd name="T48" fmla="*/ 413 w 636"/>
                <a:gd name="T49" fmla="*/ 486 h 636"/>
                <a:gd name="T50" fmla="*/ 328 w 636"/>
                <a:gd name="T51" fmla="*/ 594 h 636"/>
                <a:gd name="T52" fmla="*/ 498 w 636"/>
                <a:gd name="T53" fmla="*/ 528 h 636"/>
                <a:gd name="T54" fmla="*/ 432 w 636"/>
                <a:gd name="T55" fmla="*/ 493 h 636"/>
                <a:gd name="T56" fmla="*/ 328 w 636"/>
                <a:gd name="T57" fmla="*/ 452 h 636"/>
                <a:gd name="T58" fmla="*/ 451 w 636"/>
                <a:gd name="T59" fmla="*/ 328 h 636"/>
                <a:gd name="T60" fmla="*/ 328 w 636"/>
                <a:gd name="T61" fmla="*/ 308 h 636"/>
                <a:gd name="T62" fmla="*/ 429 w 636"/>
                <a:gd name="T63" fmla="*/ 186 h 636"/>
                <a:gd name="T64" fmla="*/ 328 w 636"/>
                <a:gd name="T65" fmla="*/ 308 h 636"/>
                <a:gd name="T66" fmla="*/ 188 w 636"/>
                <a:gd name="T67" fmla="*/ 179 h 636"/>
                <a:gd name="T68" fmla="*/ 42 w 636"/>
                <a:gd name="T69" fmla="*/ 308 h 636"/>
                <a:gd name="T70" fmla="*/ 42 w 636"/>
                <a:gd name="T71" fmla="*/ 328 h 636"/>
                <a:gd name="T72" fmla="*/ 195 w 636"/>
                <a:gd name="T73" fmla="*/ 475 h 636"/>
                <a:gd name="T74" fmla="*/ 42 w 636"/>
                <a:gd name="T75" fmla="*/ 328 h 636"/>
                <a:gd name="T76" fmla="*/ 441 w 636"/>
                <a:gd name="T77" fmla="*/ 475 h 636"/>
                <a:gd name="T78" fmla="*/ 594 w 636"/>
                <a:gd name="T79" fmla="*/ 328 h 6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</a:cxnLst>
              <a:rect l="0" t="0" r="r" b="b"/>
              <a:pathLst>
                <a:path w="636" h="636">
                  <a:moveTo>
                    <a:pt x="318" y="0"/>
                  </a:moveTo>
                  <a:cubicBezTo>
                    <a:pt x="142" y="0"/>
                    <a:pt x="0" y="142"/>
                    <a:pt x="0" y="318"/>
                  </a:cubicBezTo>
                  <a:cubicBezTo>
                    <a:pt x="0" y="494"/>
                    <a:pt x="142" y="636"/>
                    <a:pt x="318" y="636"/>
                  </a:cubicBezTo>
                  <a:cubicBezTo>
                    <a:pt x="494" y="636"/>
                    <a:pt x="636" y="494"/>
                    <a:pt x="636" y="318"/>
                  </a:cubicBezTo>
                  <a:cubicBezTo>
                    <a:pt x="636" y="142"/>
                    <a:pt x="494" y="0"/>
                    <a:pt x="318" y="0"/>
                  </a:cubicBezTo>
                  <a:close/>
                  <a:moveTo>
                    <a:pt x="594" y="308"/>
                  </a:moveTo>
                  <a:cubicBezTo>
                    <a:pt x="471" y="308"/>
                    <a:pt x="471" y="308"/>
                    <a:pt x="471" y="308"/>
                  </a:cubicBezTo>
                  <a:cubicBezTo>
                    <a:pt x="470" y="262"/>
                    <a:pt x="462" y="219"/>
                    <a:pt x="448" y="179"/>
                  </a:cubicBezTo>
                  <a:cubicBezTo>
                    <a:pt x="476" y="168"/>
                    <a:pt x="501" y="152"/>
                    <a:pt x="525" y="134"/>
                  </a:cubicBezTo>
                  <a:cubicBezTo>
                    <a:pt x="566" y="181"/>
                    <a:pt x="592" y="241"/>
                    <a:pt x="594" y="308"/>
                  </a:cubicBezTo>
                  <a:close/>
                  <a:moveTo>
                    <a:pt x="307" y="594"/>
                  </a:moveTo>
                  <a:cubicBezTo>
                    <a:pt x="273" y="566"/>
                    <a:pt x="244" y="529"/>
                    <a:pt x="223" y="486"/>
                  </a:cubicBezTo>
                  <a:cubicBezTo>
                    <a:pt x="250" y="478"/>
                    <a:pt x="278" y="473"/>
                    <a:pt x="308" y="472"/>
                  </a:cubicBezTo>
                  <a:cubicBezTo>
                    <a:pt x="308" y="594"/>
                    <a:pt x="308" y="594"/>
                    <a:pt x="308" y="594"/>
                  </a:cubicBezTo>
                  <a:cubicBezTo>
                    <a:pt x="307" y="594"/>
                    <a:pt x="307" y="594"/>
                    <a:pt x="307" y="594"/>
                  </a:cubicBezTo>
                  <a:close/>
                  <a:moveTo>
                    <a:pt x="329" y="42"/>
                  </a:moveTo>
                  <a:cubicBezTo>
                    <a:pt x="368" y="74"/>
                    <a:pt x="400" y="117"/>
                    <a:pt x="421" y="167"/>
                  </a:cubicBezTo>
                  <a:cubicBezTo>
                    <a:pt x="392" y="177"/>
                    <a:pt x="361" y="183"/>
                    <a:pt x="328" y="184"/>
                  </a:cubicBezTo>
                  <a:cubicBezTo>
                    <a:pt x="328" y="42"/>
                    <a:pt x="328" y="42"/>
                    <a:pt x="328" y="42"/>
                  </a:cubicBezTo>
                  <a:cubicBezTo>
                    <a:pt x="329" y="42"/>
                    <a:pt x="329" y="42"/>
                    <a:pt x="329" y="42"/>
                  </a:cubicBezTo>
                  <a:close/>
                  <a:moveTo>
                    <a:pt x="363" y="45"/>
                  </a:moveTo>
                  <a:cubicBezTo>
                    <a:pt x="420" y="55"/>
                    <a:pt x="471" y="81"/>
                    <a:pt x="510" y="119"/>
                  </a:cubicBezTo>
                  <a:cubicBezTo>
                    <a:pt x="489" y="136"/>
                    <a:pt x="466" y="150"/>
                    <a:pt x="440" y="160"/>
                  </a:cubicBezTo>
                  <a:cubicBezTo>
                    <a:pt x="421" y="116"/>
                    <a:pt x="395" y="77"/>
                    <a:pt x="363" y="45"/>
                  </a:cubicBezTo>
                  <a:close/>
                  <a:moveTo>
                    <a:pt x="308" y="42"/>
                  </a:moveTo>
                  <a:cubicBezTo>
                    <a:pt x="308" y="184"/>
                    <a:pt x="308" y="184"/>
                    <a:pt x="308" y="184"/>
                  </a:cubicBezTo>
                  <a:cubicBezTo>
                    <a:pt x="275" y="183"/>
                    <a:pt x="244" y="177"/>
                    <a:pt x="215" y="167"/>
                  </a:cubicBezTo>
                  <a:cubicBezTo>
                    <a:pt x="236" y="117"/>
                    <a:pt x="268" y="74"/>
                    <a:pt x="307" y="42"/>
                  </a:cubicBezTo>
                  <a:cubicBezTo>
                    <a:pt x="307" y="42"/>
                    <a:pt x="307" y="42"/>
                    <a:pt x="308" y="42"/>
                  </a:cubicBezTo>
                  <a:close/>
                  <a:moveTo>
                    <a:pt x="196" y="160"/>
                  </a:moveTo>
                  <a:cubicBezTo>
                    <a:pt x="171" y="150"/>
                    <a:pt x="147" y="136"/>
                    <a:pt x="126" y="119"/>
                  </a:cubicBezTo>
                  <a:cubicBezTo>
                    <a:pt x="165" y="81"/>
                    <a:pt x="216" y="55"/>
                    <a:pt x="273" y="45"/>
                  </a:cubicBezTo>
                  <a:cubicBezTo>
                    <a:pt x="241" y="77"/>
                    <a:pt x="215" y="116"/>
                    <a:pt x="196" y="160"/>
                  </a:cubicBezTo>
                  <a:close/>
                  <a:moveTo>
                    <a:pt x="207" y="186"/>
                  </a:moveTo>
                  <a:cubicBezTo>
                    <a:pt x="239" y="197"/>
                    <a:pt x="273" y="204"/>
                    <a:pt x="308" y="205"/>
                  </a:cubicBezTo>
                  <a:cubicBezTo>
                    <a:pt x="308" y="308"/>
                    <a:pt x="308" y="308"/>
                    <a:pt x="308" y="308"/>
                  </a:cubicBezTo>
                  <a:cubicBezTo>
                    <a:pt x="185" y="308"/>
                    <a:pt x="185" y="308"/>
                    <a:pt x="185" y="308"/>
                  </a:cubicBezTo>
                  <a:cubicBezTo>
                    <a:pt x="186" y="265"/>
                    <a:pt x="194" y="224"/>
                    <a:pt x="207" y="186"/>
                  </a:cubicBezTo>
                  <a:close/>
                  <a:moveTo>
                    <a:pt x="308" y="328"/>
                  </a:moveTo>
                  <a:cubicBezTo>
                    <a:pt x="308" y="452"/>
                    <a:pt x="308" y="452"/>
                    <a:pt x="308" y="452"/>
                  </a:cubicBezTo>
                  <a:cubicBezTo>
                    <a:pt x="275" y="453"/>
                    <a:pt x="244" y="458"/>
                    <a:pt x="215" y="468"/>
                  </a:cubicBezTo>
                  <a:cubicBezTo>
                    <a:pt x="197" y="425"/>
                    <a:pt x="186" y="378"/>
                    <a:pt x="185" y="328"/>
                  </a:cubicBezTo>
                  <a:lnTo>
                    <a:pt x="308" y="328"/>
                  </a:lnTo>
                  <a:close/>
                  <a:moveTo>
                    <a:pt x="273" y="591"/>
                  </a:moveTo>
                  <a:cubicBezTo>
                    <a:pt x="222" y="582"/>
                    <a:pt x="176" y="560"/>
                    <a:pt x="138" y="528"/>
                  </a:cubicBezTo>
                  <a:cubicBezTo>
                    <a:pt x="158" y="514"/>
                    <a:pt x="180" y="502"/>
                    <a:pt x="204" y="493"/>
                  </a:cubicBezTo>
                  <a:cubicBezTo>
                    <a:pt x="222" y="531"/>
                    <a:pt x="245" y="563"/>
                    <a:pt x="273" y="591"/>
                  </a:cubicBezTo>
                  <a:close/>
                  <a:moveTo>
                    <a:pt x="328" y="594"/>
                  </a:moveTo>
                  <a:cubicBezTo>
                    <a:pt x="328" y="472"/>
                    <a:pt x="328" y="472"/>
                    <a:pt x="328" y="472"/>
                  </a:cubicBezTo>
                  <a:cubicBezTo>
                    <a:pt x="358" y="473"/>
                    <a:pt x="386" y="478"/>
                    <a:pt x="413" y="486"/>
                  </a:cubicBezTo>
                  <a:cubicBezTo>
                    <a:pt x="392" y="529"/>
                    <a:pt x="363" y="566"/>
                    <a:pt x="329" y="594"/>
                  </a:cubicBezTo>
                  <a:cubicBezTo>
                    <a:pt x="329" y="594"/>
                    <a:pt x="329" y="594"/>
                    <a:pt x="328" y="594"/>
                  </a:cubicBezTo>
                  <a:close/>
                  <a:moveTo>
                    <a:pt x="432" y="493"/>
                  </a:moveTo>
                  <a:cubicBezTo>
                    <a:pt x="456" y="502"/>
                    <a:pt x="478" y="514"/>
                    <a:pt x="498" y="528"/>
                  </a:cubicBezTo>
                  <a:cubicBezTo>
                    <a:pt x="460" y="560"/>
                    <a:pt x="414" y="582"/>
                    <a:pt x="363" y="591"/>
                  </a:cubicBezTo>
                  <a:cubicBezTo>
                    <a:pt x="391" y="563"/>
                    <a:pt x="414" y="531"/>
                    <a:pt x="432" y="493"/>
                  </a:cubicBezTo>
                  <a:close/>
                  <a:moveTo>
                    <a:pt x="421" y="468"/>
                  </a:moveTo>
                  <a:cubicBezTo>
                    <a:pt x="392" y="458"/>
                    <a:pt x="361" y="453"/>
                    <a:pt x="328" y="452"/>
                  </a:cubicBezTo>
                  <a:cubicBezTo>
                    <a:pt x="328" y="328"/>
                    <a:pt x="328" y="328"/>
                    <a:pt x="328" y="328"/>
                  </a:cubicBezTo>
                  <a:cubicBezTo>
                    <a:pt x="451" y="328"/>
                    <a:pt x="451" y="328"/>
                    <a:pt x="451" y="328"/>
                  </a:cubicBezTo>
                  <a:cubicBezTo>
                    <a:pt x="450" y="378"/>
                    <a:pt x="439" y="425"/>
                    <a:pt x="421" y="468"/>
                  </a:cubicBezTo>
                  <a:close/>
                  <a:moveTo>
                    <a:pt x="328" y="308"/>
                  </a:moveTo>
                  <a:cubicBezTo>
                    <a:pt x="328" y="205"/>
                    <a:pt x="328" y="205"/>
                    <a:pt x="328" y="205"/>
                  </a:cubicBezTo>
                  <a:cubicBezTo>
                    <a:pt x="363" y="204"/>
                    <a:pt x="397" y="197"/>
                    <a:pt x="429" y="186"/>
                  </a:cubicBezTo>
                  <a:cubicBezTo>
                    <a:pt x="442" y="224"/>
                    <a:pt x="450" y="265"/>
                    <a:pt x="451" y="308"/>
                  </a:cubicBezTo>
                  <a:lnTo>
                    <a:pt x="328" y="308"/>
                  </a:lnTo>
                  <a:close/>
                  <a:moveTo>
                    <a:pt x="111" y="134"/>
                  </a:moveTo>
                  <a:cubicBezTo>
                    <a:pt x="135" y="152"/>
                    <a:pt x="160" y="168"/>
                    <a:pt x="188" y="179"/>
                  </a:cubicBezTo>
                  <a:cubicBezTo>
                    <a:pt x="174" y="219"/>
                    <a:pt x="166" y="262"/>
                    <a:pt x="165" y="308"/>
                  </a:cubicBezTo>
                  <a:cubicBezTo>
                    <a:pt x="42" y="308"/>
                    <a:pt x="42" y="308"/>
                    <a:pt x="42" y="308"/>
                  </a:cubicBezTo>
                  <a:cubicBezTo>
                    <a:pt x="44" y="241"/>
                    <a:pt x="70" y="181"/>
                    <a:pt x="111" y="134"/>
                  </a:cubicBezTo>
                  <a:close/>
                  <a:moveTo>
                    <a:pt x="42" y="328"/>
                  </a:moveTo>
                  <a:cubicBezTo>
                    <a:pt x="165" y="328"/>
                    <a:pt x="165" y="328"/>
                    <a:pt x="165" y="328"/>
                  </a:cubicBezTo>
                  <a:cubicBezTo>
                    <a:pt x="166" y="381"/>
                    <a:pt x="177" y="430"/>
                    <a:pt x="195" y="475"/>
                  </a:cubicBezTo>
                  <a:cubicBezTo>
                    <a:pt x="169" y="485"/>
                    <a:pt x="145" y="498"/>
                    <a:pt x="123" y="514"/>
                  </a:cubicBezTo>
                  <a:cubicBezTo>
                    <a:pt x="75" y="466"/>
                    <a:pt x="44" y="401"/>
                    <a:pt x="42" y="328"/>
                  </a:cubicBezTo>
                  <a:close/>
                  <a:moveTo>
                    <a:pt x="513" y="514"/>
                  </a:moveTo>
                  <a:cubicBezTo>
                    <a:pt x="491" y="498"/>
                    <a:pt x="467" y="485"/>
                    <a:pt x="441" y="475"/>
                  </a:cubicBezTo>
                  <a:cubicBezTo>
                    <a:pt x="459" y="430"/>
                    <a:pt x="470" y="381"/>
                    <a:pt x="471" y="328"/>
                  </a:cubicBezTo>
                  <a:cubicBezTo>
                    <a:pt x="594" y="328"/>
                    <a:pt x="594" y="328"/>
                    <a:pt x="594" y="328"/>
                  </a:cubicBezTo>
                  <a:cubicBezTo>
                    <a:pt x="592" y="401"/>
                    <a:pt x="561" y="466"/>
                    <a:pt x="513" y="514"/>
                  </a:cubicBezTo>
                  <a:close/>
                </a:path>
              </a:pathLst>
            </a:custGeom>
            <a:solidFill>
              <a:schemeClr val="bg1">
                <a:lumMod val="5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d-ID" dirty="0">
                <a:latin typeface="Lato Light"/>
              </a:endParaRPr>
            </a:p>
          </p:txBody>
        </p:sp>
      </p:grp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EA08EBDD-D3B1-49F6-BC92-38ED9C83409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27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371A900A-8BF5-4238-B577-5FBBE4A75C43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pPr marL="0" indent="0">
              <a:buNone/>
            </a:pPr>
            <a:r>
              <a:rPr lang="ru-RU" sz="1400">
                <a:solidFill>
                  <a:schemeClr val="tx1"/>
                </a:solidFill>
              </a:rPr>
              <a:t>Монитор занятия: лента действий обучающихся в реальном времени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735CE154-6330-485C-8E80-D5D601B2BAD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pPr marL="0" indent="0">
              <a:buNone/>
            </a:pPr>
            <a:r>
              <a:rPr lang="ru-RU" sz="1400">
                <a:solidFill>
                  <a:schemeClr val="tx1"/>
                </a:solidFill>
              </a:rPr>
              <a:t>Карта ошибок группы: светофор по этапам и пояснение ИИ (демо-данные)</a:t>
            </a:r>
          </a:p>
        </p:txBody>
      </p:sp>
      <p:sp>
        <p:nvSpPr>
          <p:cNvPr id="5" name="Рисунок 4">
            <a:extLst>
              <a:ext uri="{FF2B5EF4-FFF2-40B4-BE49-F238E27FC236}">
                <a16:creationId xmlns:a16="http://schemas.microsoft.com/office/drawing/2014/main" id="{B81528B6-CA31-41D3-86C3-327E28EF020F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/>
      </p:sp>
      <p:sp>
        <p:nvSpPr>
          <p:cNvPr id="6" name="Рисунок 5">
            <a:extLst>
              <a:ext uri="{FF2B5EF4-FFF2-40B4-BE49-F238E27FC236}">
                <a16:creationId xmlns:a16="http://schemas.microsoft.com/office/drawing/2014/main" id="{7B188587-A119-4DCD-9E44-87DD8E11DB77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/>
      </p:sp>
      <p:sp>
        <p:nvSpPr>
          <p:cNvPr id="55" name="Заголовок 13">
            <a:extLst>
              <a:ext uri="{FF2B5EF4-FFF2-40B4-BE49-F238E27FC236}">
                <a16:creationId xmlns:a16="http://schemas.microsoft.com/office/drawing/2014/main" id="{F83D1BEE-59E5-12AF-CCDA-133537DF56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9862734" cy="376138"/>
          </a:xfrm>
        </p:spPr>
        <p:txBody>
          <a:bodyPr/>
          <a:lstStyle/>
          <a:p>
            <a:r>
              <a:rPr lang="ru-RU"/>
              <a:t>ДЕМО: КАБИНЕТ ПРЕПОДАВАТЕЛЯ</a:t>
            </a:r>
          </a:p>
        </p:txBody>
      </p:sp>
    </p:spTree>
    <p:extLst>
      <p:ext uri="{BB962C8B-B14F-4D97-AF65-F5344CB8AC3E}">
        <p14:creationId xmlns:p14="http://schemas.microsoft.com/office/powerpoint/2010/main" val="1163964322"/>
      </p:ext>
    </p:extLst>
  </p:cSld>
  <p:clrMapOvr>
    <a:masterClrMapping/>
  </p:clrMapOvr>
</p:sld>
</file>

<file path=ppt/theme/theme1.xml><?xml version="1.0" encoding="utf-8"?>
<a:theme xmlns:a="http://schemas.openxmlformats.org/drawingml/2006/main" name="Для Академия инноваторов 16_9">
  <a:themeElements>
    <a:clrScheme name="Пользовательские 2">
      <a:dk1>
        <a:srgbClr val="000000"/>
      </a:dk1>
      <a:lt1>
        <a:srgbClr val="FFFFFF"/>
      </a:lt1>
      <a:dk2>
        <a:srgbClr val="1C1D22"/>
      </a:dk2>
      <a:lt2>
        <a:srgbClr val="E5E7E9"/>
      </a:lt2>
      <a:accent1>
        <a:srgbClr val="FF0053"/>
      </a:accent1>
      <a:accent2>
        <a:srgbClr val="FFD6E3"/>
      </a:accent2>
      <a:accent3>
        <a:srgbClr val="FC3777"/>
      </a:accent3>
      <a:accent4>
        <a:srgbClr val="8A83D1"/>
      </a:accent4>
      <a:accent5>
        <a:srgbClr val="520977"/>
      </a:accent5>
      <a:accent6>
        <a:srgbClr val="2D1451"/>
      </a:accent6>
      <a:hlink>
        <a:srgbClr val="FF0053"/>
      </a:hlink>
      <a:folHlink>
        <a:srgbClr val="5D2B84"/>
      </a:folHlink>
    </a:clrScheme>
    <a:fontScheme name="Лидеры цифровой трансформации">
      <a:majorFont>
        <a:latin typeface="Montserrat"/>
        <a:ea typeface=""/>
        <a:cs typeface=""/>
      </a:majorFont>
      <a:minorFont>
        <a:latin typeface="Montserrat"/>
        <a:ea typeface=""/>
        <a:cs typeface="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1">
            <a:alpha val="0"/>
          </a:schemeClr>
        </a:solidFill>
        <a:ln w="19050">
          <a:solidFill>
            <a:schemeClr val="bg1">
              <a:alpha val="47000"/>
            </a:schemeClr>
          </a:solidFill>
        </a:ln>
      </a:spPr>
      <a:bodyPr rtlCol="0" anchor="t"/>
      <a:lstStyle>
        <a:defPPr algn="ctr">
          <a:defRPr b="1" dirty="0" smtClean="0">
            <a:solidFill>
              <a:schemeClr val="accent2"/>
            </a:solidFill>
          </a:defRPr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Для Академия инноваторов 16_9" id="{1723B771-A24B-45DA-B7CE-887A7FB91DED}" vid="{FE7ADCA1-0705-4BF5-AEC5-34FB9D7ACE5C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11023</TotalTime>
  <Words>633</Words>
  <Application>Microsoft Macintosh PowerPoint</Application>
  <PresentationFormat>Широкоэкранный</PresentationFormat>
  <Paragraphs>192</Paragraphs>
  <Slides>37</Slides>
  <Notes>3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7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37</vt:i4>
      </vt:variant>
    </vt:vector>
  </HeadingPairs>
  <TitlesOfParts>
    <vt:vector size="45" baseType="lpstr">
      <vt:lpstr>Arial</vt:lpstr>
      <vt:lpstr>Calibri</vt:lpstr>
      <vt:lpstr>Lato Light</vt:lpstr>
      <vt:lpstr>Montserrat</vt:lpstr>
      <vt:lpstr>Montserrat Medium</vt:lpstr>
      <vt:lpstr>Poppins Light</vt:lpstr>
      <vt:lpstr>Wingdings</vt:lpstr>
      <vt:lpstr>Для Академия инноваторов 16_9</vt:lpstr>
      <vt:lpstr>Презентация PowerPoint</vt:lpstr>
      <vt:lpstr>ВВОДНЫЕ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КОРОТКО О РЕШЕНИИ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Полезные материалы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Анастасия Юшкова</dc:creator>
  <cp:lastModifiedBy>Microsoft Office User</cp:lastModifiedBy>
  <cp:revision>95</cp:revision>
  <dcterms:created xsi:type="dcterms:W3CDTF">2023-05-15T07:36:23Z</dcterms:created>
  <dcterms:modified xsi:type="dcterms:W3CDTF">2026-09-14T11:14:59Z</dcterms:modified>
</cp:coreProperties>
</file>